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svg" ContentType="image/svg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diagrams/data1.xml" ContentType="application/vnd.openxmlformats-officedocument.drawingml.diagramData+xml"/>
  <Override PartName="/ppt/diagrams/layout1.xml" ContentType="application/vnd.openxmlformats-officedocument.drawingml.diagramLayout+xml"/>
  <Override PartName="/ppt/diagrams/quickStyle1.xml" ContentType="application/vnd.openxmlformats-officedocument.drawingml.diagramStyle+xml"/>
  <Override PartName="/ppt/diagrams/colors1.xml" ContentType="application/vnd.openxmlformats-officedocument.drawingml.diagramColors+xml"/>
  <Override PartName="/ppt/diagrams/drawing1.xml" ContentType="application/vnd.ms-office.drawingml.diagramDrawing+xml"/>
  <Override PartName="/ppt/diagrams/data2.xml" ContentType="application/vnd.openxmlformats-officedocument.drawingml.diagramData+xml"/>
  <Override PartName="/ppt/diagrams/layout2.xml" ContentType="application/vnd.openxmlformats-officedocument.drawingml.diagramLayout+xml"/>
  <Override PartName="/ppt/diagrams/quickStyle2.xml" ContentType="application/vnd.openxmlformats-officedocument.drawingml.diagramStyle+xml"/>
  <Override PartName="/ppt/diagrams/colors2.xml" ContentType="application/vnd.openxmlformats-officedocument.drawingml.diagramColors+xml"/>
  <Override PartName="/ppt/diagrams/drawing2.xml" ContentType="application/vnd.ms-office.drawingml.diagramDrawing+xml"/>
  <Override PartName="/ppt/diagrams/data3.xml" ContentType="application/vnd.openxmlformats-officedocument.drawingml.diagramData+xml"/>
  <Override PartName="/ppt/diagrams/layout3.xml" ContentType="application/vnd.openxmlformats-officedocument.drawingml.diagramLayout+xml"/>
  <Override PartName="/ppt/diagrams/quickStyle3.xml" ContentType="application/vnd.openxmlformats-officedocument.drawingml.diagramStyle+xml"/>
  <Override PartName="/ppt/diagrams/colors3.xml" ContentType="application/vnd.openxmlformats-officedocument.drawingml.diagramColors+xml"/>
  <Override PartName="/ppt/diagrams/drawing3.xml" ContentType="application/vnd.ms-office.drawingml.diagramDrawing+xml"/>
  <Override PartName="/ppt/changesInfos/changesInfo1.xml" ContentType="application/vnd.ms-powerpoint.changesinfo+xml"/>
  <Override PartName="/ppt/revisionInfo.xml" ContentType="application/vnd.ms-powerpoint.revisioninfo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60" r:id="rId1"/>
  </p:sldMasterIdLst>
  <p:sldIdLst>
    <p:sldId id="256" r:id="rId2"/>
    <p:sldId id="257" r:id="rId3"/>
    <p:sldId id="262" r:id="rId4"/>
    <p:sldId id="258" r:id="rId5"/>
    <p:sldId id="260" r:id="rId6"/>
  </p:sldIdLst>
  <p:sldSz cx="12192000" cy="6858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562C9CDA-06AD-448B-AE43-AF39E35C9415}" v="1" dt="2024-07-21T12:56:05.144"/>
  </p1510:revLst>
</p1510:revInfo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7400" autoAdjust="0"/>
    <p:restoredTop sz="96236" autoAdjust="0"/>
  </p:normalViewPr>
  <p:slideViewPr>
    <p:cSldViewPr snapToGrid="0">
      <p:cViewPr varScale="1">
        <p:scale>
          <a:sx n="78" d="100"/>
          <a:sy n="78" d="100"/>
        </p:scale>
        <p:origin x="1229" y="7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viewProps" Target="viewProps.xml"/><Relationship Id="rId3" Type="http://schemas.openxmlformats.org/officeDocument/2006/relationships/slide" Target="slides/slide2.xml"/><Relationship Id="rId7" Type="http://schemas.openxmlformats.org/officeDocument/2006/relationships/presProps" Target="presProps.xml"/><Relationship Id="rId12" Type="http://schemas.microsoft.com/office/2015/10/relationships/revisionInfo" Target="revisionInfo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microsoft.com/office/2016/11/relationships/changesInfo" Target="changesInfos/changesInfo1.xml"/><Relationship Id="rId5" Type="http://schemas.openxmlformats.org/officeDocument/2006/relationships/slide" Target="slides/slide4.xml"/><Relationship Id="rId10" Type="http://schemas.openxmlformats.org/officeDocument/2006/relationships/tableStyles" Target="tableStyles.xml"/><Relationship Id="rId4" Type="http://schemas.openxmlformats.org/officeDocument/2006/relationships/slide" Target="slides/slide3.xml"/><Relationship Id="rId9" Type="http://schemas.openxmlformats.org/officeDocument/2006/relationships/theme" Target="theme/theme1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Ali Ahmad" userId="d3510f94-5988-4c3a-9ef9-f2f99b91dc31" providerId="ADAL" clId="{562C9CDA-06AD-448B-AE43-AF39E35C9415}"/>
    <pc:docChg chg="undo custSel addSld delSld modSld sldOrd">
      <pc:chgData name="Ali Ahmad" userId="d3510f94-5988-4c3a-9ef9-f2f99b91dc31" providerId="ADAL" clId="{562C9CDA-06AD-448B-AE43-AF39E35C9415}" dt="2024-08-04T07:10:37.151" v="306" actId="47"/>
      <pc:docMkLst>
        <pc:docMk/>
      </pc:docMkLst>
      <pc:sldChg chg="modSp mod">
        <pc:chgData name="Ali Ahmad" userId="d3510f94-5988-4c3a-9ef9-f2f99b91dc31" providerId="ADAL" clId="{562C9CDA-06AD-448B-AE43-AF39E35C9415}" dt="2024-07-26T16:34:33.157" v="266" actId="20577"/>
        <pc:sldMkLst>
          <pc:docMk/>
          <pc:sldMk cId="2772807980" sldId="256"/>
        </pc:sldMkLst>
        <pc:spChg chg="mod">
          <ac:chgData name="Ali Ahmad" userId="d3510f94-5988-4c3a-9ef9-f2f99b91dc31" providerId="ADAL" clId="{562C9CDA-06AD-448B-AE43-AF39E35C9415}" dt="2024-07-26T16:34:33.157" v="266" actId="20577"/>
          <ac:spMkLst>
            <pc:docMk/>
            <pc:sldMk cId="2772807980" sldId="256"/>
            <ac:spMk id="3" creationId="{C4EAED8B-40B8-2F67-2CA2-D6CB3B6F8578}"/>
          </ac:spMkLst>
        </pc:spChg>
      </pc:sldChg>
      <pc:sldChg chg="modSp mod">
        <pc:chgData name="Ali Ahmad" userId="d3510f94-5988-4c3a-9ef9-f2f99b91dc31" providerId="ADAL" clId="{562C9CDA-06AD-448B-AE43-AF39E35C9415}" dt="2024-07-21T12:56:32.117" v="22" actId="27636"/>
        <pc:sldMkLst>
          <pc:docMk/>
          <pc:sldMk cId="349862419" sldId="258"/>
        </pc:sldMkLst>
        <pc:spChg chg="mod">
          <ac:chgData name="Ali Ahmad" userId="d3510f94-5988-4c3a-9ef9-f2f99b91dc31" providerId="ADAL" clId="{562C9CDA-06AD-448B-AE43-AF39E35C9415}" dt="2024-07-20T14:34:31.603" v="11" actId="113"/>
          <ac:spMkLst>
            <pc:docMk/>
            <pc:sldMk cId="349862419" sldId="258"/>
            <ac:spMk id="2" creationId="{035C383B-F10C-7ECB-AA0D-9A79BD44F6B7}"/>
          </ac:spMkLst>
        </pc:spChg>
        <pc:spChg chg="mod">
          <ac:chgData name="Ali Ahmad" userId="d3510f94-5988-4c3a-9ef9-f2f99b91dc31" providerId="ADAL" clId="{562C9CDA-06AD-448B-AE43-AF39E35C9415}" dt="2024-07-21T12:56:32.117" v="22" actId="27636"/>
          <ac:spMkLst>
            <pc:docMk/>
            <pc:sldMk cId="349862419" sldId="258"/>
            <ac:spMk id="3" creationId="{F9AAA8B0-E93B-E9BB-8C09-E2F8D0D61EB5}"/>
          </ac:spMkLst>
        </pc:spChg>
      </pc:sldChg>
      <pc:sldChg chg="modSp del mod">
        <pc:chgData name="Ali Ahmad" userId="d3510f94-5988-4c3a-9ef9-f2f99b91dc31" providerId="ADAL" clId="{562C9CDA-06AD-448B-AE43-AF39E35C9415}" dt="2024-07-31T19:06:28.391" v="297" actId="2696"/>
        <pc:sldMkLst>
          <pc:docMk/>
          <pc:sldMk cId="2639771135" sldId="259"/>
        </pc:sldMkLst>
        <pc:spChg chg="mod">
          <ac:chgData name="Ali Ahmad" userId="d3510f94-5988-4c3a-9ef9-f2f99b91dc31" providerId="ADAL" clId="{562C9CDA-06AD-448B-AE43-AF39E35C9415}" dt="2024-07-21T18:20:48.487" v="247" actId="113"/>
          <ac:spMkLst>
            <pc:docMk/>
            <pc:sldMk cId="2639771135" sldId="259"/>
            <ac:spMk id="2" creationId="{72C2B2EC-99A5-254E-1B8F-9051BBBBDDFD}"/>
          </ac:spMkLst>
        </pc:spChg>
        <pc:spChg chg="mod">
          <ac:chgData name="Ali Ahmad" userId="d3510f94-5988-4c3a-9ef9-f2f99b91dc31" providerId="ADAL" clId="{562C9CDA-06AD-448B-AE43-AF39E35C9415}" dt="2024-07-22T10:52:00.584" v="252" actId="27636"/>
          <ac:spMkLst>
            <pc:docMk/>
            <pc:sldMk cId="2639771135" sldId="259"/>
            <ac:spMk id="3" creationId="{BE626091-3B69-DCC0-994D-701843DDEA07}"/>
          </ac:spMkLst>
        </pc:spChg>
      </pc:sldChg>
      <pc:sldChg chg="modSp mod">
        <pc:chgData name="Ali Ahmad" userId="d3510f94-5988-4c3a-9ef9-f2f99b91dc31" providerId="ADAL" clId="{562C9CDA-06AD-448B-AE43-AF39E35C9415}" dt="2024-07-21T18:20:51.581" v="248" actId="113"/>
        <pc:sldMkLst>
          <pc:docMk/>
          <pc:sldMk cId="3166029343" sldId="260"/>
        </pc:sldMkLst>
        <pc:spChg chg="mod">
          <ac:chgData name="Ali Ahmad" userId="d3510f94-5988-4c3a-9ef9-f2f99b91dc31" providerId="ADAL" clId="{562C9CDA-06AD-448B-AE43-AF39E35C9415}" dt="2024-07-21T18:20:51.581" v="248" actId="113"/>
          <ac:spMkLst>
            <pc:docMk/>
            <pc:sldMk cId="3166029343" sldId="260"/>
            <ac:spMk id="2" creationId="{6F41F449-8457-0E38-E3B4-75FA6F83C166}"/>
          </ac:spMkLst>
        </pc:spChg>
        <pc:spChg chg="mod">
          <ac:chgData name="Ali Ahmad" userId="d3510f94-5988-4c3a-9ef9-f2f99b91dc31" providerId="ADAL" clId="{562C9CDA-06AD-448B-AE43-AF39E35C9415}" dt="2024-07-21T13:02:38.648" v="56" actId="20577"/>
          <ac:spMkLst>
            <pc:docMk/>
            <pc:sldMk cId="3166029343" sldId="260"/>
            <ac:spMk id="3" creationId="{A96A4C0A-7CD6-52C8-5795-CE203917B8A2}"/>
          </ac:spMkLst>
        </pc:spChg>
      </pc:sldChg>
      <pc:sldChg chg="del">
        <pc:chgData name="Ali Ahmad" userId="d3510f94-5988-4c3a-9ef9-f2f99b91dc31" providerId="ADAL" clId="{562C9CDA-06AD-448B-AE43-AF39E35C9415}" dt="2024-07-21T13:01:33.887" v="29" actId="2696"/>
        <pc:sldMkLst>
          <pc:docMk/>
          <pc:sldMk cId="607336469" sldId="261"/>
        </pc:sldMkLst>
      </pc:sldChg>
      <pc:sldChg chg="modSp del mod ord">
        <pc:chgData name="Ali Ahmad" userId="d3510f94-5988-4c3a-9ef9-f2f99b91dc31" providerId="ADAL" clId="{562C9CDA-06AD-448B-AE43-AF39E35C9415}" dt="2024-08-04T07:10:36.309" v="305" actId="47"/>
        <pc:sldMkLst>
          <pc:docMk/>
          <pc:sldMk cId="2564379909" sldId="263"/>
        </pc:sldMkLst>
        <pc:spChg chg="mod">
          <ac:chgData name="Ali Ahmad" userId="d3510f94-5988-4c3a-9ef9-f2f99b91dc31" providerId="ADAL" clId="{562C9CDA-06AD-448B-AE43-AF39E35C9415}" dt="2024-07-31T19:05:17.669" v="289" actId="20577"/>
          <ac:spMkLst>
            <pc:docMk/>
            <pc:sldMk cId="2564379909" sldId="263"/>
            <ac:spMk id="2" creationId="{25E5519D-E5FA-5BA8-A4BA-A225CA110308}"/>
          </ac:spMkLst>
        </pc:spChg>
        <pc:spChg chg="mod">
          <ac:chgData name="Ali Ahmad" userId="d3510f94-5988-4c3a-9ef9-f2f99b91dc31" providerId="ADAL" clId="{562C9CDA-06AD-448B-AE43-AF39E35C9415}" dt="2024-07-31T19:05:48.602" v="293" actId="13926"/>
          <ac:spMkLst>
            <pc:docMk/>
            <pc:sldMk cId="2564379909" sldId="263"/>
            <ac:spMk id="3" creationId="{3AACD20F-C850-EB87-7F72-C016CF415169}"/>
          </ac:spMkLst>
        </pc:spChg>
      </pc:sldChg>
      <pc:sldChg chg="modSp add del mod">
        <pc:chgData name="Ali Ahmad" userId="d3510f94-5988-4c3a-9ef9-f2f99b91dc31" providerId="ADAL" clId="{562C9CDA-06AD-448B-AE43-AF39E35C9415}" dt="2024-08-04T07:10:34.257" v="303" actId="47"/>
        <pc:sldMkLst>
          <pc:docMk/>
          <pc:sldMk cId="3587581020" sldId="264"/>
        </pc:sldMkLst>
        <pc:spChg chg="mod">
          <ac:chgData name="Ali Ahmad" userId="d3510f94-5988-4c3a-9ef9-f2f99b91dc31" providerId="ADAL" clId="{562C9CDA-06AD-448B-AE43-AF39E35C9415}" dt="2024-07-31T19:04:07.624" v="282" actId="13926"/>
          <ac:spMkLst>
            <pc:docMk/>
            <pc:sldMk cId="3587581020" sldId="264"/>
            <ac:spMk id="5" creationId="{FFB07957-8AEC-E74B-74C4-5935935C9130}"/>
          </ac:spMkLst>
        </pc:spChg>
      </pc:sldChg>
      <pc:sldChg chg="modSp add del mod">
        <pc:chgData name="Ali Ahmad" userId="d3510f94-5988-4c3a-9ef9-f2f99b91dc31" providerId="ADAL" clId="{562C9CDA-06AD-448B-AE43-AF39E35C9415}" dt="2024-08-04T07:10:35.296" v="304" actId="47"/>
        <pc:sldMkLst>
          <pc:docMk/>
          <pc:sldMk cId="2996022595" sldId="265"/>
        </pc:sldMkLst>
        <pc:spChg chg="mod">
          <ac:chgData name="Ali Ahmad" userId="d3510f94-5988-4c3a-9ef9-f2f99b91dc31" providerId="ADAL" clId="{562C9CDA-06AD-448B-AE43-AF39E35C9415}" dt="2024-08-04T06:59:30.039" v="300" actId="13926"/>
          <ac:spMkLst>
            <pc:docMk/>
            <pc:sldMk cId="2996022595" sldId="265"/>
            <ac:spMk id="3" creationId="{3AACD20F-C850-EB87-7F72-C016CF415169}"/>
          </ac:spMkLst>
        </pc:spChg>
      </pc:sldChg>
      <pc:sldChg chg="add">
        <pc:chgData name="Ali Ahmad" userId="d3510f94-5988-4c3a-9ef9-f2f99b91dc31" providerId="ADAL" clId="{562C9CDA-06AD-448B-AE43-AF39E35C9415}" dt="2024-07-31T19:01:42.643" v="269" actId="2890"/>
        <pc:sldMkLst>
          <pc:docMk/>
          <pc:sldMk cId="2218198170" sldId="266"/>
        </pc:sldMkLst>
      </pc:sldChg>
      <pc:sldChg chg="add del">
        <pc:chgData name="Ali Ahmad" userId="d3510f94-5988-4c3a-9ef9-f2f99b91dc31" providerId="ADAL" clId="{562C9CDA-06AD-448B-AE43-AF39E35C9415}" dt="2024-07-31T19:06:18.516" v="296" actId="2696"/>
        <pc:sldMkLst>
          <pc:docMk/>
          <pc:sldMk cId="451296651" sldId="267"/>
        </pc:sldMkLst>
      </pc:sldChg>
      <pc:sldChg chg="modSp add del mod">
        <pc:chgData name="Ali Ahmad" userId="d3510f94-5988-4c3a-9ef9-f2f99b91dc31" providerId="ADAL" clId="{562C9CDA-06AD-448B-AE43-AF39E35C9415}" dt="2024-08-04T07:10:37.151" v="306" actId="47"/>
        <pc:sldMkLst>
          <pc:docMk/>
          <pc:sldMk cId="891365146" sldId="268"/>
        </pc:sldMkLst>
        <pc:spChg chg="mod">
          <ac:chgData name="Ali Ahmad" userId="d3510f94-5988-4c3a-9ef9-f2f99b91dc31" providerId="ADAL" clId="{562C9CDA-06AD-448B-AE43-AF39E35C9415}" dt="2024-08-04T07:04:16.399" v="302" actId="13926"/>
          <ac:spMkLst>
            <pc:docMk/>
            <pc:sldMk cId="891365146" sldId="268"/>
            <ac:spMk id="3" creationId="{BE626091-3B69-DCC0-994D-701843DDEA07}"/>
          </ac:spMkLst>
        </pc:spChg>
      </pc:sldChg>
      <pc:sldChg chg="add del">
        <pc:chgData name="Ali Ahmad" userId="d3510f94-5988-4c3a-9ef9-f2f99b91dc31" providerId="ADAL" clId="{562C9CDA-06AD-448B-AE43-AF39E35C9415}" dt="2024-07-31T19:06:32.545" v="298" actId="2696"/>
        <pc:sldMkLst>
          <pc:docMk/>
          <pc:sldMk cId="749400608" sldId="269"/>
        </pc:sldMkLst>
      </pc:sldChg>
    </pc:docChg>
  </pc:docChgLst>
</pc:chgInfo>
</file>

<file path=ppt/diagrams/_rels/data2.xml.rels><?xml version="1.0" encoding="UTF-8" standalone="yes"?>
<Relationships xmlns="http://schemas.openxmlformats.org/package/2006/relationships"><Relationship Id="rId8" Type="http://schemas.openxmlformats.org/officeDocument/2006/relationships/image" Target="../media/image12.svg"/><Relationship Id="rId3" Type="http://schemas.openxmlformats.org/officeDocument/2006/relationships/image" Target="../media/image7.png"/><Relationship Id="rId7" Type="http://schemas.openxmlformats.org/officeDocument/2006/relationships/image" Target="../media/image11.png"/><Relationship Id="rId2" Type="http://schemas.openxmlformats.org/officeDocument/2006/relationships/image" Target="../media/image6.svg"/><Relationship Id="rId1" Type="http://schemas.openxmlformats.org/officeDocument/2006/relationships/image" Target="../media/image5.png"/><Relationship Id="rId6" Type="http://schemas.openxmlformats.org/officeDocument/2006/relationships/image" Target="../media/image10.svg"/><Relationship Id="rId5" Type="http://schemas.openxmlformats.org/officeDocument/2006/relationships/image" Target="../media/image9.png"/><Relationship Id="rId4" Type="http://schemas.openxmlformats.org/officeDocument/2006/relationships/image" Target="../media/image8.svg"/></Relationships>
</file>

<file path=ppt/diagrams/_rels/data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5.png"/><Relationship Id="rId2" Type="http://schemas.openxmlformats.org/officeDocument/2006/relationships/image" Target="../media/image14.svg"/><Relationship Id="rId1" Type="http://schemas.openxmlformats.org/officeDocument/2006/relationships/image" Target="../media/image13.png"/><Relationship Id="rId6" Type="http://schemas.openxmlformats.org/officeDocument/2006/relationships/image" Target="../media/image18.svg"/><Relationship Id="rId5" Type="http://schemas.openxmlformats.org/officeDocument/2006/relationships/image" Target="../media/image17.png"/><Relationship Id="rId4" Type="http://schemas.openxmlformats.org/officeDocument/2006/relationships/image" Target="../media/image16.svg"/></Relationships>
</file>

<file path=ppt/diagrams/_rels/drawing2.xml.rels><?xml version="1.0" encoding="UTF-8" standalone="yes"?>
<Relationships xmlns="http://schemas.openxmlformats.org/package/2006/relationships"><Relationship Id="rId8" Type="http://schemas.openxmlformats.org/officeDocument/2006/relationships/image" Target="../media/image12.svg"/><Relationship Id="rId3" Type="http://schemas.openxmlformats.org/officeDocument/2006/relationships/image" Target="../media/image7.png"/><Relationship Id="rId7" Type="http://schemas.openxmlformats.org/officeDocument/2006/relationships/image" Target="../media/image11.png"/><Relationship Id="rId2" Type="http://schemas.openxmlformats.org/officeDocument/2006/relationships/image" Target="../media/image6.svg"/><Relationship Id="rId1" Type="http://schemas.openxmlformats.org/officeDocument/2006/relationships/image" Target="../media/image5.png"/><Relationship Id="rId6" Type="http://schemas.openxmlformats.org/officeDocument/2006/relationships/image" Target="../media/image10.svg"/><Relationship Id="rId5" Type="http://schemas.openxmlformats.org/officeDocument/2006/relationships/image" Target="../media/image9.png"/><Relationship Id="rId4" Type="http://schemas.openxmlformats.org/officeDocument/2006/relationships/image" Target="../media/image8.svg"/></Relationships>
</file>

<file path=ppt/diagrams/_rels/drawing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5.png"/><Relationship Id="rId2" Type="http://schemas.openxmlformats.org/officeDocument/2006/relationships/image" Target="../media/image14.svg"/><Relationship Id="rId1" Type="http://schemas.openxmlformats.org/officeDocument/2006/relationships/image" Target="../media/image13.png"/><Relationship Id="rId6" Type="http://schemas.openxmlformats.org/officeDocument/2006/relationships/image" Target="../media/image18.svg"/><Relationship Id="rId5" Type="http://schemas.openxmlformats.org/officeDocument/2006/relationships/image" Target="../media/image17.png"/><Relationship Id="rId4" Type="http://schemas.openxmlformats.org/officeDocument/2006/relationships/image" Target="../media/image16.svg"/></Relationships>
</file>

<file path=ppt/diagrams/colors1.xml><?xml version="1.0" encoding="utf-8"?>
<dgm:colorsDef xmlns:dgm="http://schemas.openxmlformats.org/drawingml/2006/diagram" xmlns:a="http://schemas.openxmlformats.org/drawingml/2006/main" uniqueId="urn:microsoft.com/office/officeart/2005/8/colors/accent1_2">
  <dgm:title val=""/>
  <dgm:desc val=""/>
  <dgm:catLst>
    <dgm:cat type="accent1" pri="112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 meth="repeat">
      <a:schemeClr val="accent1"/>
    </dgm:fillClrLst>
    <dgm:linClrLst meth="repeat">
      <a:schemeClr val="accent1"/>
    </dgm:linClrLst>
    <dgm:effectClrLst/>
    <dgm:txLinClrLst/>
    <dgm:txFillClrLst/>
    <dgm:txEffectClrLst/>
  </dgm:styleLbl>
  <dgm:styleLbl name="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ln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1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f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b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sibTrans1D1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1"/>
    </dgm:fillClrLst>
    <dgm:linClrLst meth="repeat">
      <a:schemeClr val="accent1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3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4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1">
        <a:tint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1">
        <a:shade val="8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1">
        <a:tint val="50000"/>
        <a:alpha val="4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1">
        <a:tint val="6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2.xml><?xml version="1.0" encoding="utf-8"?>
<dgm:colorsDef xmlns:dgm="http://schemas.openxmlformats.org/drawingml/2006/diagram" xmlns:a="http://schemas.openxmlformats.org/drawingml/2006/main" uniqueId="urn:microsoft.com/office/officeart/2018/5/colors/Iconchunking_neutralicontext_colorful1">
  <dgm:title val=""/>
  <dgm:desc val=""/>
  <dgm:catLst>
    <dgm:cat type="colorful" pri="101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1">
    <dgm:fillClrLst meth="repeat">
      <a:schemeClr val="bg1"/>
    </dgm:fillClrLst>
    <dgm:linClrLst meth="repeat">
      <a:schemeClr val="lt1">
        <a:alpha val="0"/>
      </a:schemeClr>
    </dgm:linClrLst>
    <dgm:effectClrLst/>
    <dgm:txLinClrLst/>
    <dgm:txFillClrLst meth="repeat">
      <a:schemeClr val="dk1"/>
    </dgm:txFillClrLst>
    <dgm:txEffectClrLst/>
  </dgm:styleLbl>
  <dgm:styleLbl name="alignNode1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/>
    <dgm:txEffectClrLst/>
  </dgm:styleLbl>
  <dgm:styleLbl name="lnNode1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2">
        <a:alpha val="50000"/>
      </a:schemeClr>
      <a:schemeClr val="accent3">
        <a:alpha val="50000"/>
      </a:schemeClr>
      <a:schemeClr val="accent4">
        <a:alpha val="50000"/>
      </a:schemeClr>
      <a:schemeClr val="accent5">
        <a:alpha val="50000"/>
      </a:schemeClr>
      <a:schemeClr val="accent6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node3">
    <dgm:fillClrLst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node4">
    <dgm:fillClrLst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2">
        <a:tint val="50000"/>
      </a:schemeClr>
      <a:schemeClr val="accent3">
        <a:tint val="50000"/>
      </a:schemeClr>
      <a:schemeClr val="accent4">
        <a:tint val="50000"/>
      </a:schemeClr>
      <a:schemeClr val="accent5">
        <a:tint val="50000"/>
      </a:schemeClr>
      <a:schemeClr val="accent6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>
      <a:schemeClr val="accent1">
        <a:tint val="50000"/>
      </a:schemeClr>
      <a:schemeClr val="accent2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>
      <a:schemeClr val="accent1">
        <a:tint val="50000"/>
      </a:schemeClr>
      <a:schemeClr val="accent2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2"/>
      <a:schemeClr val="accent3"/>
      <a:schemeClr val="accent4"/>
      <a:schemeClr val="accent5"/>
      <a:schemeClr val="accent6"/>
    </dgm:fillClrLst>
    <dgm:linClrLst meth="cycle">
      <a:schemeClr val="lt1"/>
    </dgm:linClrLst>
    <dgm:effectClrLst/>
    <dgm:txLinClrLst/>
    <dgm:txFillClrLst/>
    <dgm:txEffectClrLst/>
  </dgm:styleLbl>
  <dgm:styleLbl name="fgSibTrans2D1">
    <dgm:fillClrLst meth="repeat">
      <a:schemeClr val="accent2"/>
      <a:schemeClr val="accent3"/>
      <a:schemeClr val="accent4"/>
      <a:schemeClr val="accent5"/>
      <a:schemeClr val="accent6"/>
    </dgm:fillClrLst>
    <dgm:linClrLst meth="cycle">
      <a:schemeClr val="lt1"/>
    </dgm:linClrLst>
    <dgm:effectClrLst/>
    <dgm:txLinClrLst/>
    <dgm:txFillClrLst meth="repeat">
      <a:schemeClr val="lt1"/>
    </dgm:txFillClrLst>
    <dgm:txEffectClrLst/>
  </dgm:styleLbl>
  <dgm:styleLbl name="bgSibTrans2D1">
    <dgm:fillClrLst meth="repeat">
      <a:schemeClr val="accent2"/>
      <a:schemeClr val="accent3"/>
      <a:schemeClr val="accent4"/>
      <a:schemeClr val="accent5"/>
      <a:schemeClr val="accent6"/>
    </dgm:fillClrLst>
    <dgm:linClrLst meth="cycle">
      <a:schemeClr val="lt1"/>
    </dgm:linClrLst>
    <dgm:effectClrLst/>
    <dgm:txLinClrLst/>
    <dgm:txFillClrLst meth="repeat">
      <a:schemeClr val="lt1"/>
    </dgm:txFillClrLst>
    <dgm:txEffectClrLst/>
  </dgm:styleLbl>
  <dgm:styleLbl name="sibTrans1D1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2"/>
    </dgm:fillClrLst>
    <dgm:linClrLst meth="repeat">
      <a:schemeClr val="accent2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asst2">
    <dgm:fillClrLst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asst3">
    <dgm:fillClrLst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asst4">
    <dgm:fillClrLst>
      <a:schemeClr val="accent5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2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parChTrans2D3">
    <dgm:fillClrLst meth="repeat"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parChTrans2D4">
    <dgm:fillClrLst meth="repeat">
      <a:schemeClr val="accent5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2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3">
        <a:tint val="90000"/>
      </a:schemeClr>
    </dgm:fillClrLst>
    <dgm:linClrLst meth="repeat">
      <a:schemeClr val="accent2"/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4">
        <a:tint val="70000"/>
      </a:schemeClr>
    </dgm:fillClrLst>
    <dgm:linClrLst meth="repeat">
      <a:schemeClr val="accent3"/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5">
        <a:tint val="50000"/>
      </a:schemeClr>
    </dgm:fillClrLst>
    <dgm:linClrLst meth="repeat">
      <a:schemeClr val="accent4"/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fillClrLst>
    <dgm:lin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fillClrLst>
    <dgm:lin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fillClrLst>
    <dgm:lin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>
      <a:schemeClr val="accent2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>
      <a:schemeClr val="accent3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>
      <a:schemeClr val="accent4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lt1">
        <a:alpha val="0"/>
      </a:schemeClr>
    </dgm:linClrLst>
    <dgm:effectClrLst/>
    <dgm:txLinClrLst/>
    <dgm:txFillClrLst/>
    <dgm:txEffectClrLst/>
  </dgm:styleLbl>
  <dgm:styleLbl name="dkBgShp">
    <dgm:fillClrLst meth="repeat">
      <a:schemeClr val="accent2">
        <a:shade val="90000"/>
      </a:schemeClr>
    </dgm:fillClrLst>
    <dgm:linClrLst meth="repeat">
      <a:schemeClr val="dk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1">
        <a:tint val="50000"/>
        <a:alpha val="40000"/>
      </a:schemeClr>
    </dgm:fillClrLst>
    <dgm:linClrLst meth="repeat">
      <a:schemeClr val="accent2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2">
        <a:tint val="4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bg1"/>
    </dgm:txFillClrLst>
    <dgm:txEffectClrLst/>
  </dgm:styleLbl>
</dgm:colorsDef>
</file>

<file path=ppt/diagrams/colors3.xml><?xml version="1.0" encoding="utf-8"?>
<dgm:colorsDef xmlns:dgm="http://schemas.openxmlformats.org/drawingml/2006/diagram" xmlns:a="http://schemas.openxmlformats.org/drawingml/2006/main" uniqueId="urn:microsoft.com/office/officeart/2018/5/colors/Iconchunking_neutralbg_accent1_2">
  <dgm:title val=""/>
  <dgm:desc val=""/>
  <dgm:catLst>
    <dgm:cat type="accent1" pri="112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 meth="repeat">
      <a:schemeClr val="accent1"/>
    </dgm:fillClrLst>
    <dgm:linClrLst meth="repeat">
      <a:schemeClr val="accent1"/>
    </dgm:linClrLst>
    <dgm:effectClrLst/>
    <dgm:txLinClrLst/>
    <dgm:txFillClrLst/>
    <dgm:txEffectClrLst/>
  </dgm:styleLbl>
  <dgm:styleLbl name="node1">
    <dgm:fillClrLst meth="repeat">
      <a:schemeClr val="accent1"/>
    </dgm:fillClrLst>
    <dgm:linClrLst meth="repeat">
      <a:schemeClr val="lt1">
        <a:alpha val="0"/>
      </a:schemeClr>
    </dgm:linClrLst>
    <dgm:effectClrLst/>
    <dgm:txLinClrLst/>
    <dgm:txFillClrLst/>
    <dgm:txEffectClrLst/>
  </dgm:styleLbl>
  <dgm:styleLbl name="ln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1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f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b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sibTrans1D1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1"/>
    </dgm:fillClrLst>
    <dgm:linClrLst meth="repeat">
      <a:schemeClr val="accent1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3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4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bg1">
        <a:lumMod val="95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1">
        <a:shade val="8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1">
        <a:tint val="50000"/>
        <a:alpha val="4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1">
        <a:tint val="6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data1.xml><?xml version="1.0" encoding="utf-8"?>
<dgm:dataModel xmlns:dgm="http://schemas.openxmlformats.org/drawingml/2006/diagram" xmlns:a="http://schemas.openxmlformats.org/drawingml/2006/main">
  <dgm:ptLst>
    <dgm:pt modelId="{1EFBB58C-7D29-435C-843A-72E8911338A0}" type="doc">
      <dgm:prSet loTypeId="urn:microsoft.com/office/officeart/2005/8/layout/hierarchy1" loCatId="hierarchy" qsTypeId="urn:microsoft.com/office/officeart/2005/8/quickstyle/simple1" qsCatId="simple" csTypeId="urn:microsoft.com/office/officeart/2005/8/colors/accent1_2" csCatId="accent1"/>
      <dgm:spPr/>
      <dgm:t>
        <a:bodyPr/>
        <a:lstStyle/>
        <a:p>
          <a:endParaRPr lang="en-US"/>
        </a:p>
      </dgm:t>
    </dgm:pt>
    <dgm:pt modelId="{03AA07EC-5370-4449-A3D3-91D0B8F634CC}">
      <dgm:prSet/>
      <dgm:spPr/>
      <dgm:t>
        <a:bodyPr/>
        <a:lstStyle/>
        <a:p>
          <a:r>
            <a:rPr lang="en-US" b="0" i="0"/>
            <a:t>Analyze ShopEasy's recent marketing campaign data to identify reasons for declining customer engagement and conversion rates despite increased investment. Provide actionable insights to optimize future strategies.</a:t>
          </a:r>
          <a:endParaRPr lang="en-US"/>
        </a:p>
      </dgm:t>
    </dgm:pt>
    <dgm:pt modelId="{D7B3B0A2-4921-40FC-B41E-6644D5301ACE}" type="parTrans" cxnId="{36ADEC39-E86D-4210-9E41-E8780BAE3047}">
      <dgm:prSet/>
      <dgm:spPr/>
      <dgm:t>
        <a:bodyPr/>
        <a:lstStyle/>
        <a:p>
          <a:endParaRPr lang="en-US"/>
        </a:p>
      </dgm:t>
    </dgm:pt>
    <dgm:pt modelId="{3BAB713C-E487-4375-B056-CA4555571167}" type="sibTrans" cxnId="{36ADEC39-E86D-4210-9E41-E8780BAE3047}">
      <dgm:prSet/>
      <dgm:spPr/>
      <dgm:t>
        <a:bodyPr/>
        <a:lstStyle/>
        <a:p>
          <a:endParaRPr lang="en-US"/>
        </a:p>
      </dgm:t>
    </dgm:pt>
    <dgm:pt modelId="{AE72EC58-ADB3-490F-AFAD-FA1AFCEDF007}">
      <dgm:prSet/>
      <dgm:spPr/>
      <dgm:t>
        <a:bodyPr/>
        <a:lstStyle/>
        <a:p>
          <a:r>
            <a:rPr lang="en-US" b="0" i="0"/>
            <a:t>Analyze ShopEasy's customer feedback (reviews &amp; social media comments) to identify key pain points causing declining satisfaction and engagement. Provide data-driven insights to improve customer experience (CX) and conversion rates.</a:t>
          </a:r>
          <a:endParaRPr lang="en-US"/>
        </a:p>
      </dgm:t>
    </dgm:pt>
    <dgm:pt modelId="{D0BDD8F2-F1C6-46C0-964C-2BD83C259A1C}" type="parTrans" cxnId="{990B915E-2BF8-4B57-97C2-C868781125B6}">
      <dgm:prSet/>
      <dgm:spPr/>
      <dgm:t>
        <a:bodyPr/>
        <a:lstStyle/>
        <a:p>
          <a:endParaRPr lang="en-US"/>
        </a:p>
      </dgm:t>
    </dgm:pt>
    <dgm:pt modelId="{1738B782-A805-4C2E-B0D3-C5B59CD14EC7}" type="sibTrans" cxnId="{990B915E-2BF8-4B57-97C2-C868781125B6}">
      <dgm:prSet/>
      <dgm:spPr/>
      <dgm:t>
        <a:bodyPr/>
        <a:lstStyle/>
        <a:p>
          <a:endParaRPr lang="en-US"/>
        </a:p>
      </dgm:t>
    </dgm:pt>
    <dgm:pt modelId="{4B87A926-48EE-44E2-B515-0B34D1D6E713}" type="pres">
      <dgm:prSet presAssocID="{1EFBB58C-7D29-435C-843A-72E8911338A0}" presName="hierChild1" presStyleCnt="0">
        <dgm:presLayoutVars>
          <dgm:chPref val="1"/>
          <dgm:dir/>
          <dgm:animOne val="branch"/>
          <dgm:animLvl val="lvl"/>
          <dgm:resizeHandles/>
        </dgm:presLayoutVars>
      </dgm:prSet>
      <dgm:spPr/>
    </dgm:pt>
    <dgm:pt modelId="{43DD97E1-7C0E-4DED-9754-CFABF5124C44}" type="pres">
      <dgm:prSet presAssocID="{03AA07EC-5370-4449-A3D3-91D0B8F634CC}" presName="hierRoot1" presStyleCnt="0"/>
      <dgm:spPr/>
    </dgm:pt>
    <dgm:pt modelId="{F3F4494B-F61D-43D1-BFBB-26507E72BE50}" type="pres">
      <dgm:prSet presAssocID="{03AA07EC-5370-4449-A3D3-91D0B8F634CC}" presName="composite" presStyleCnt="0"/>
      <dgm:spPr/>
    </dgm:pt>
    <dgm:pt modelId="{60A939A8-FFB7-4607-B30F-C7C14A0040CC}" type="pres">
      <dgm:prSet presAssocID="{03AA07EC-5370-4449-A3D3-91D0B8F634CC}" presName="background" presStyleLbl="node0" presStyleIdx="0" presStyleCnt="2"/>
      <dgm:spPr/>
    </dgm:pt>
    <dgm:pt modelId="{C1CAD025-222A-4F57-973A-A6775305CAE9}" type="pres">
      <dgm:prSet presAssocID="{03AA07EC-5370-4449-A3D3-91D0B8F634CC}" presName="text" presStyleLbl="fgAcc0" presStyleIdx="0" presStyleCnt="2">
        <dgm:presLayoutVars>
          <dgm:chPref val="3"/>
        </dgm:presLayoutVars>
      </dgm:prSet>
      <dgm:spPr/>
    </dgm:pt>
    <dgm:pt modelId="{F16C74FF-BE74-4CAF-B3CC-D9600C473909}" type="pres">
      <dgm:prSet presAssocID="{03AA07EC-5370-4449-A3D3-91D0B8F634CC}" presName="hierChild2" presStyleCnt="0"/>
      <dgm:spPr/>
    </dgm:pt>
    <dgm:pt modelId="{CEB6AF84-8E25-436B-9E71-80387E758D8D}" type="pres">
      <dgm:prSet presAssocID="{AE72EC58-ADB3-490F-AFAD-FA1AFCEDF007}" presName="hierRoot1" presStyleCnt="0"/>
      <dgm:spPr/>
    </dgm:pt>
    <dgm:pt modelId="{86F97F05-3AC3-44C8-B801-250488BE13EE}" type="pres">
      <dgm:prSet presAssocID="{AE72EC58-ADB3-490F-AFAD-FA1AFCEDF007}" presName="composite" presStyleCnt="0"/>
      <dgm:spPr/>
    </dgm:pt>
    <dgm:pt modelId="{0A3B5779-99BD-42C4-AF65-3460CE839D29}" type="pres">
      <dgm:prSet presAssocID="{AE72EC58-ADB3-490F-AFAD-FA1AFCEDF007}" presName="background" presStyleLbl="node0" presStyleIdx="1" presStyleCnt="2"/>
      <dgm:spPr/>
    </dgm:pt>
    <dgm:pt modelId="{D71F325C-554A-4017-8530-D845151B0F79}" type="pres">
      <dgm:prSet presAssocID="{AE72EC58-ADB3-490F-AFAD-FA1AFCEDF007}" presName="text" presStyleLbl="fgAcc0" presStyleIdx="1" presStyleCnt="2">
        <dgm:presLayoutVars>
          <dgm:chPref val="3"/>
        </dgm:presLayoutVars>
      </dgm:prSet>
      <dgm:spPr/>
    </dgm:pt>
    <dgm:pt modelId="{0783D0A4-7F23-4C9F-8319-231F24347CCD}" type="pres">
      <dgm:prSet presAssocID="{AE72EC58-ADB3-490F-AFAD-FA1AFCEDF007}" presName="hierChild2" presStyleCnt="0"/>
      <dgm:spPr/>
    </dgm:pt>
  </dgm:ptLst>
  <dgm:cxnLst>
    <dgm:cxn modelId="{36ADEC39-E86D-4210-9E41-E8780BAE3047}" srcId="{1EFBB58C-7D29-435C-843A-72E8911338A0}" destId="{03AA07EC-5370-4449-A3D3-91D0B8F634CC}" srcOrd="0" destOrd="0" parTransId="{D7B3B0A2-4921-40FC-B41E-6644D5301ACE}" sibTransId="{3BAB713C-E487-4375-B056-CA4555571167}"/>
    <dgm:cxn modelId="{990B915E-2BF8-4B57-97C2-C868781125B6}" srcId="{1EFBB58C-7D29-435C-843A-72E8911338A0}" destId="{AE72EC58-ADB3-490F-AFAD-FA1AFCEDF007}" srcOrd="1" destOrd="0" parTransId="{D0BDD8F2-F1C6-46C0-964C-2BD83C259A1C}" sibTransId="{1738B782-A805-4C2E-B0D3-C5B59CD14EC7}"/>
    <dgm:cxn modelId="{DD827946-DD42-4ADB-A934-DEE9AE667D67}" type="presOf" srcId="{03AA07EC-5370-4449-A3D3-91D0B8F634CC}" destId="{C1CAD025-222A-4F57-973A-A6775305CAE9}" srcOrd="0" destOrd="0" presId="urn:microsoft.com/office/officeart/2005/8/layout/hierarchy1"/>
    <dgm:cxn modelId="{CCE62BBB-5A1C-415F-8B0A-E6054C478960}" type="presOf" srcId="{AE72EC58-ADB3-490F-AFAD-FA1AFCEDF007}" destId="{D71F325C-554A-4017-8530-D845151B0F79}" srcOrd="0" destOrd="0" presId="urn:microsoft.com/office/officeart/2005/8/layout/hierarchy1"/>
    <dgm:cxn modelId="{33B0BEBD-C023-4539-9537-52C49542D416}" type="presOf" srcId="{1EFBB58C-7D29-435C-843A-72E8911338A0}" destId="{4B87A926-48EE-44E2-B515-0B34D1D6E713}" srcOrd="0" destOrd="0" presId="urn:microsoft.com/office/officeart/2005/8/layout/hierarchy1"/>
    <dgm:cxn modelId="{5C6F91F7-4C3C-45A0-9E38-C8D2DDE0EB4F}" type="presParOf" srcId="{4B87A926-48EE-44E2-B515-0B34D1D6E713}" destId="{43DD97E1-7C0E-4DED-9754-CFABF5124C44}" srcOrd="0" destOrd="0" presId="urn:microsoft.com/office/officeart/2005/8/layout/hierarchy1"/>
    <dgm:cxn modelId="{E303133F-A06E-4E88-9025-AC8D1BCB88E2}" type="presParOf" srcId="{43DD97E1-7C0E-4DED-9754-CFABF5124C44}" destId="{F3F4494B-F61D-43D1-BFBB-26507E72BE50}" srcOrd="0" destOrd="0" presId="urn:microsoft.com/office/officeart/2005/8/layout/hierarchy1"/>
    <dgm:cxn modelId="{865EA0D2-CD01-41F8-A2B7-7A073DB1BC34}" type="presParOf" srcId="{F3F4494B-F61D-43D1-BFBB-26507E72BE50}" destId="{60A939A8-FFB7-4607-B30F-C7C14A0040CC}" srcOrd="0" destOrd="0" presId="urn:microsoft.com/office/officeart/2005/8/layout/hierarchy1"/>
    <dgm:cxn modelId="{52C9B6B4-61D7-4799-B221-CBCE51814145}" type="presParOf" srcId="{F3F4494B-F61D-43D1-BFBB-26507E72BE50}" destId="{C1CAD025-222A-4F57-973A-A6775305CAE9}" srcOrd="1" destOrd="0" presId="urn:microsoft.com/office/officeart/2005/8/layout/hierarchy1"/>
    <dgm:cxn modelId="{E8EFECF9-7375-4262-BA88-BB4E6B2D651B}" type="presParOf" srcId="{43DD97E1-7C0E-4DED-9754-CFABF5124C44}" destId="{F16C74FF-BE74-4CAF-B3CC-D9600C473909}" srcOrd="1" destOrd="0" presId="urn:microsoft.com/office/officeart/2005/8/layout/hierarchy1"/>
    <dgm:cxn modelId="{C812E39F-707D-421D-B6BA-A6E57FA33145}" type="presParOf" srcId="{4B87A926-48EE-44E2-B515-0B34D1D6E713}" destId="{CEB6AF84-8E25-436B-9E71-80387E758D8D}" srcOrd="1" destOrd="0" presId="urn:microsoft.com/office/officeart/2005/8/layout/hierarchy1"/>
    <dgm:cxn modelId="{7F8938F7-0648-4AE7-965C-6BA3D6A79D09}" type="presParOf" srcId="{CEB6AF84-8E25-436B-9E71-80387E758D8D}" destId="{86F97F05-3AC3-44C8-B801-250488BE13EE}" srcOrd="0" destOrd="0" presId="urn:microsoft.com/office/officeart/2005/8/layout/hierarchy1"/>
    <dgm:cxn modelId="{97B40E79-A6FC-47E2-9148-6DB2CB58789F}" type="presParOf" srcId="{86F97F05-3AC3-44C8-B801-250488BE13EE}" destId="{0A3B5779-99BD-42C4-AF65-3460CE839D29}" srcOrd="0" destOrd="0" presId="urn:microsoft.com/office/officeart/2005/8/layout/hierarchy1"/>
    <dgm:cxn modelId="{FAB0D90F-43D7-40A4-9FE6-59F65163EC19}" type="presParOf" srcId="{86F97F05-3AC3-44C8-B801-250488BE13EE}" destId="{D71F325C-554A-4017-8530-D845151B0F79}" srcOrd="1" destOrd="0" presId="urn:microsoft.com/office/officeart/2005/8/layout/hierarchy1"/>
    <dgm:cxn modelId="{B6C6DA09-EE8A-45E6-9866-BF4366CF456F}" type="presParOf" srcId="{CEB6AF84-8E25-436B-9E71-80387E758D8D}" destId="{0783D0A4-7F23-4C9F-8319-231F24347CCD}" srcOrd="1" destOrd="0" presId="urn:microsoft.com/office/officeart/2005/8/layout/hierarchy1"/>
  </dgm:cxnLst>
  <dgm:bg/>
  <dgm:whole/>
  <dgm:extLst>
    <a:ext uri="http://schemas.microsoft.com/office/drawing/2008/diagram">
      <dsp:dataModelExt xmlns:dsp="http://schemas.microsoft.com/office/drawing/2008/diagram" relId="rId8" minVer="http://schemas.openxmlformats.org/drawingml/2006/diagram"/>
    </a:ext>
  </dgm:extLst>
</dgm:dataModel>
</file>

<file path=ppt/diagrams/data2.xml><?xml version="1.0" encoding="utf-8"?>
<dgm:dataModel xmlns:dgm="http://schemas.openxmlformats.org/drawingml/2006/diagram" xmlns:a="http://schemas.openxmlformats.org/drawingml/2006/main">
  <dgm:ptLst>
    <dgm:pt modelId="{33FD1206-6384-49DE-B886-427E75115194}" type="doc">
      <dgm:prSet loTypeId="urn:microsoft.com/office/officeart/2018/2/layout/IconVerticalSolidList" loCatId="icon" qsTypeId="urn:microsoft.com/office/officeart/2005/8/quickstyle/simple1" qsCatId="simple" csTypeId="urn:microsoft.com/office/officeart/2018/5/colors/Iconchunking_neutralicontext_colorful1" csCatId="colorful" phldr="1"/>
      <dgm:spPr/>
      <dgm:t>
        <a:bodyPr/>
        <a:lstStyle/>
        <a:p>
          <a:endParaRPr lang="en-US"/>
        </a:p>
      </dgm:t>
    </dgm:pt>
    <dgm:pt modelId="{37AFDE46-71C3-4F3A-8D12-1384A0B460C7}">
      <dgm:prSet/>
      <dgm:spPr/>
      <dgm:t>
        <a:bodyPr/>
        <a:lstStyle/>
        <a:p>
          <a:r>
            <a:rPr lang="en-US" b="1"/>
            <a:t>Conversion Rate: </a:t>
          </a:r>
          <a:r>
            <a:rPr lang="en-US"/>
            <a:t>Percentage of website visitors who make a purchase.</a:t>
          </a:r>
        </a:p>
      </dgm:t>
    </dgm:pt>
    <dgm:pt modelId="{2913EF70-9C0D-4988-9E72-F635FA54E391}" type="parTrans" cxnId="{38F31AE2-DD2C-4F99-870D-4EA719871E62}">
      <dgm:prSet/>
      <dgm:spPr/>
      <dgm:t>
        <a:bodyPr/>
        <a:lstStyle/>
        <a:p>
          <a:endParaRPr lang="en-US"/>
        </a:p>
      </dgm:t>
    </dgm:pt>
    <dgm:pt modelId="{096D4E61-03F1-4594-B4CF-795FCAB5A577}" type="sibTrans" cxnId="{38F31AE2-DD2C-4F99-870D-4EA719871E62}">
      <dgm:prSet/>
      <dgm:spPr/>
      <dgm:t>
        <a:bodyPr/>
        <a:lstStyle/>
        <a:p>
          <a:endParaRPr lang="en-US"/>
        </a:p>
      </dgm:t>
    </dgm:pt>
    <dgm:pt modelId="{A8855DE3-3EAE-4DDE-8669-3D8FBB96914A}">
      <dgm:prSet/>
      <dgm:spPr/>
      <dgm:t>
        <a:bodyPr/>
        <a:lstStyle/>
        <a:p>
          <a:r>
            <a:rPr lang="en-US" b="1"/>
            <a:t>Customer Engagement Rate: </a:t>
          </a:r>
          <a:r>
            <a:rPr lang="en-US"/>
            <a:t>Level of interaction with marketing content (clicks, likes, comments).</a:t>
          </a:r>
        </a:p>
      </dgm:t>
    </dgm:pt>
    <dgm:pt modelId="{88EDCB5D-8FB8-4618-954C-063134B0B043}" type="parTrans" cxnId="{4BF22C5E-CA12-4CEA-8404-47297B4418AF}">
      <dgm:prSet/>
      <dgm:spPr/>
      <dgm:t>
        <a:bodyPr/>
        <a:lstStyle/>
        <a:p>
          <a:endParaRPr lang="en-US"/>
        </a:p>
      </dgm:t>
    </dgm:pt>
    <dgm:pt modelId="{D68176BD-2E2D-41AE-BB64-784D7E8DE4F2}" type="sibTrans" cxnId="{4BF22C5E-CA12-4CEA-8404-47297B4418AF}">
      <dgm:prSet/>
      <dgm:spPr/>
      <dgm:t>
        <a:bodyPr/>
        <a:lstStyle/>
        <a:p>
          <a:endParaRPr lang="en-US"/>
        </a:p>
      </dgm:t>
    </dgm:pt>
    <dgm:pt modelId="{F4121B07-F8F3-4B19-9A29-9479393E3A81}">
      <dgm:prSet/>
      <dgm:spPr/>
      <dgm:t>
        <a:bodyPr/>
        <a:lstStyle/>
        <a:p>
          <a:r>
            <a:rPr lang="en-US" b="1"/>
            <a:t>Average Order Value (AOV): </a:t>
          </a:r>
          <a:r>
            <a:rPr lang="en-US"/>
            <a:t>Average amount spent by a customer per transaction.</a:t>
          </a:r>
        </a:p>
      </dgm:t>
    </dgm:pt>
    <dgm:pt modelId="{B361953C-94CC-43B4-86D0-6336E7A150EE}" type="parTrans" cxnId="{19BF8C52-E665-4B82-8B53-B5D1961B6979}">
      <dgm:prSet/>
      <dgm:spPr/>
      <dgm:t>
        <a:bodyPr/>
        <a:lstStyle/>
        <a:p>
          <a:endParaRPr lang="en-US"/>
        </a:p>
      </dgm:t>
    </dgm:pt>
    <dgm:pt modelId="{75283C74-8160-40C8-900C-E149BCE30E59}" type="sibTrans" cxnId="{19BF8C52-E665-4B82-8B53-B5D1961B6979}">
      <dgm:prSet/>
      <dgm:spPr/>
      <dgm:t>
        <a:bodyPr/>
        <a:lstStyle/>
        <a:p>
          <a:endParaRPr lang="en-US"/>
        </a:p>
      </dgm:t>
    </dgm:pt>
    <dgm:pt modelId="{08F50E07-25E9-47CB-90CA-090D7D8B19F3}">
      <dgm:prSet/>
      <dgm:spPr/>
      <dgm:t>
        <a:bodyPr/>
        <a:lstStyle/>
        <a:p>
          <a:r>
            <a:rPr lang="en-US" b="1"/>
            <a:t>Customer Feedback Score: </a:t>
          </a:r>
          <a:r>
            <a:rPr lang="en-US"/>
            <a:t>Average rating from customer reviews.</a:t>
          </a:r>
        </a:p>
      </dgm:t>
    </dgm:pt>
    <dgm:pt modelId="{9E91999D-39F3-446F-AB40-8B9ECEFF1266}" type="parTrans" cxnId="{7CA0B180-1D6A-496E-A0EE-C9F0E7FFA452}">
      <dgm:prSet/>
      <dgm:spPr/>
      <dgm:t>
        <a:bodyPr/>
        <a:lstStyle/>
        <a:p>
          <a:endParaRPr lang="en-US"/>
        </a:p>
      </dgm:t>
    </dgm:pt>
    <dgm:pt modelId="{1F0E63A4-36DF-4CF1-8266-2069BA5C544E}" type="sibTrans" cxnId="{7CA0B180-1D6A-496E-A0EE-C9F0E7FFA452}">
      <dgm:prSet/>
      <dgm:spPr/>
      <dgm:t>
        <a:bodyPr/>
        <a:lstStyle/>
        <a:p>
          <a:endParaRPr lang="en-US"/>
        </a:p>
      </dgm:t>
    </dgm:pt>
    <dgm:pt modelId="{6915E7DC-E9D2-4F9D-B5A3-3FCFEA2F818F}" type="pres">
      <dgm:prSet presAssocID="{33FD1206-6384-49DE-B886-427E75115194}" presName="root" presStyleCnt="0">
        <dgm:presLayoutVars>
          <dgm:dir/>
          <dgm:resizeHandles val="exact"/>
        </dgm:presLayoutVars>
      </dgm:prSet>
      <dgm:spPr/>
    </dgm:pt>
    <dgm:pt modelId="{9EC0EC1D-2B05-4FE0-84CA-84946F81908D}" type="pres">
      <dgm:prSet presAssocID="{37AFDE46-71C3-4F3A-8D12-1384A0B460C7}" presName="compNode" presStyleCnt="0"/>
      <dgm:spPr/>
    </dgm:pt>
    <dgm:pt modelId="{64854D84-0579-4DD8-8C1F-4BE56C9BD06D}" type="pres">
      <dgm:prSet presAssocID="{37AFDE46-71C3-4F3A-8D12-1384A0B460C7}" presName="bgRect" presStyleLbl="bgShp" presStyleIdx="0" presStyleCnt="4"/>
      <dgm:spPr/>
    </dgm:pt>
    <dgm:pt modelId="{C0A5FC71-7853-4C0D-94FC-9F5BD970C861}" type="pres">
      <dgm:prSet presAssocID="{37AFDE46-71C3-4F3A-8D12-1384A0B460C7}" presName="iconRect" presStyleLbl="node1" presStyleIdx="0" presStyleCnt="4"/>
      <dgm:spPr>
        <a:blipFill>
          <a:blip xmlns:r="http://schemas.openxmlformats.org/officeDocument/2006/relationships" r:embed="rId1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a:blipFill>
        <a:ln>
          <a:noFill/>
        </a:ln>
      </dgm:spPr>
      <dgm:extLst>
        <a:ext uri="{E40237B7-FDA0-4F09-8148-C483321AD2D9}">
          <dgm14:cNvPr xmlns:dgm14="http://schemas.microsoft.com/office/drawing/2010/diagram" id="0" name="" descr="Filter"/>
        </a:ext>
      </dgm:extLst>
    </dgm:pt>
    <dgm:pt modelId="{7596ABAA-1FBE-4C44-8DC3-A80BFAAA75B9}" type="pres">
      <dgm:prSet presAssocID="{37AFDE46-71C3-4F3A-8D12-1384A0B460C7}" presName="spaceRect" presStyleCnt="0"/>
      <dgm:spPr/>
    </dgm:pt>
    <dgm:pt modelId="{EB8FF93B-42AC-4908-81E9-B28AC6E71A1B}" type="pres">
      <dgm:prSet presAssocID="{37AFDE46-71C3-4F3A-8D12-1384A0B460C7}" presName="parTx" presStyleLbl="revTx" presStyleIdx="0" presStyleCnt="4">
        <dgm:presLayoutVars>
          <dgm:chMax val="0"/>
          <dgm:chPref val="0"/>
        </dgm:presLayoutVars>
      </dgm:prSet>
      <dgm:spPr/>
    </dgm:pt>
    <dgm:pt modelId="{050B82BB-787E-4369-9F66-8B3EFB1EEC44}" type="pres">
      <dgm:prSet presAssocID="{096D4E61-03F1-4594-B4CF-795FCAB5A577}" presName="sibTrans" presStyleCnt="0"/>
      <dgm:spPr/>
    </dgm:pt>
    <dgm:pt modelId="{1A7D0364-6471-4C72-86FB-49BAC924E693}" type="pres">
      <dgm:prSet presAssocID="{A8855DE3-3EAE-4DDE-8669-3D8FBB96914A}" presName="compNode" presStyleCnt="0"/>
      <dgm:spPr/>
    </dgm:pt>
    <dgm:pt modelId="{7DCCCD6C-A6A7-4FD4-8D03-ECE79510D22E}" type="pres">
      <dgm:prSet presAssocID="{A8855DE3-3EAE-4DDE-8669-3D8FBB96914A}" presName="bgRect" presStyleLbl="bgShp" presStyleIdx="1" presStyleCnt="4"/>
      <dgm:spPr/>
    </dgm:pt>
    <dgm:pt modelId="{62FD006D-814E-4957-8CF2-70D0593F8D0F}" type="pres">
      <dgm:prSet presAssocID="{A8855DE3-3EAE-4DDE-8669-3D8FBB96914A}" presName="iconRect" presStyleLbl="node1" presStyleIdx="1" presStyleCnt="4"/>
      <dgm:spPr>
        <a:blipFill>
          <a:blip xmlns:r="http://schemas.openxmlformats.org/officeDocument/2006/relationships" r:embed="rId3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a:blipFill>
        <a:ln>
          <a:noFill/>
        </a:ln>
      </dgm:spPr>
      <dgm:extLst>
        <a:ext uri="{E40237B7-FDA0-4F09-8148-C483321AD2D9}">
          <dgm14:cNvPr xmlns:dgm14="http://schemas.microsoft.com/office/drawing/2010/diagram" id="0" name="" descr="Thumbs Up Sign"/>
        </a:ext>
      </dgm:extLst>
    </dgm:pt>
    <dgm:pt modelId="{E89B3A29-7E5E-45CB-8719-698E76D6CA7E}" type="pres">
      <dgm:prSet presAssocID="{A8855DE3-3EAE-4DDE-8669-3D8FBB96914A}" presName="spaceRect" presStyleCnt="0"/>
      <dgm:spPr/>
    </dgm:pt>
    <dgm:pt modelId="{24DDFF21-C992-4B1A-804D-2DF4D1B76B44}" type="pres">
      <dgm:prSet presAssocID="{A8855DE3-3EAE-4DDE-8669-3D8FBB96914A}" presName="parTx" presStyleLbl="revTx" presStyleIdx="1" presStyleCnt="4">
        <dgm:presLayoutVars>
          <dgm:chMax val="0"/>
          <dgm:chPref val="0"/>
        </dgm:presLayoutVars>
      </dgm:prSet>
      <dgm:spPr/>
    </dgm:pt>
    <dgm:pt modelId="{9210B07F-C5BC-4DBF-BE61-ADCE98E6BFF0}" type="pres">
      <dgm:prSet presAssocID="{D68176BD-2E2D-41AE-BB64-784D7E8DE4F2}" presName="sibTrans" presStyleCnt="0"/>
      <dgm:spPr/>
    </dgm:pt>
    <dgm:pt modelId="{78C0E591-E21D-4069-90FA-4737623E5526}" type="pres">
      <dgm:prSet presAssocID="{F4121B07-F8F3-4B19-9A29-9479393E3A81}" presName="compNode" presStyleCnt="0"/>
      <dgm:spPr/>
    </dgm:pt>
    <dgm:pt modelId="{49CA153A-4F70-46D9-A32D-ACE54E2681A2}" type="pres">
      <dgm:prSet presAssocID="{F4121B07-F8F3-4B19-9A29-9479393E3A81}" presName="bgRect" presStyleLbl="bgShp" presStyleIdx="2" presStyleCnt="4"/>
      <dgm:spPr/>
    </dgm:pt>
    <dgm:pt modelId="{C34FBDA0-0D0F-409F-BFEB-8AEA2B8E64B6}" type="pres">
      <dgm:prSet presAssocID="{F4121B07-F8F3-4B19-9A29-9479393E3A81}" presName="iconRect" presStyleLbl="node1" presStyleIdx="2" presStyleCnt="4"/>
      <dgm:spPr>
        <a:blipFill>
          <a:blip xmlns:r="http://schemas.openxmlformats.org/officeDocument/2006/relationships" r:embed="rId5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a:blipFill>
        <a:ln>
          <a:noFill/>
        </a:ln>
      </dgm:spPr>
      <dgm:extLst>
        <a:ext uri="{E40237B7-FDA0-4F09-8148-C483321AD2D9}">
          <dgm14:cNvPr xmlns:dgm14="http://schemas.microsoft.com/office/drawing/2010/diagram" id="0" name="" descr="Coins"/>
        </a:ext>
      </dgm:extLst>
    </dgm:pt>
    <dgm:pt modelId="{7463C172-F210-4B73-8095-E7095DA7D3BC}" type="pres">
      <dgm:prSet presAssocID="{F4121B07-F8F3-4B19-9A29-9479393E3A81}" presName="spaceRect" presStyleCnt="0"/>
      <dgm:spPr/>
    </dgm:pt>
    <dgm:pt modelId="{42F6F993-36ED-40B3-9FF5-72A8EA752111}" type="pres">
      <dgm:prSet presAssocID="{F4121B07-F8F3-4B19-9A29-9479393E3A81}" presName="parTx" presStyleLbl="revTx" presStyleIdx="2" presStyleCnt="4">
        <dgm:presLayoutVars>
          <dgm:chMax val="0"/>
          <dgm:chPref val="0"/>
        </dgm:presLayoutVars>
      </dgm:prSet>
      <dgm:spPr/>
    </dgm:pt>
    <dgm:pt modelId="{67329EAA-4C3E-4931-93C8-7B058EAF1913}" type="pres">
      <dgm:prSet presAssocID="{75283C74-8160-40C8-900C-E149BCE30E59}" presName="sibTrans" presStyleCnt="0"/>
      <dgm:spPr/>
    </dgm:pt>
    <dgm:pt modelId="{43398296-5EED-4FD7-9C98-A984590736CF}" type="pres">
      <dgm:prSet presAssocID="{08F50E07-25E9-47CB-90CA-090D7D8B19F3}" presName="compNode" presStyleCnt="0"/>
      <dgm:spPr/>
    </dgm:pt>
    <dgm:pt modelId="{3EE92140-BEA3-4E3F-8538-651B8E7AC946}" type="pres">
      <dgm:prSet presAssocID="{08F50E07-25E9-47CB-90CA-090D7D8B19F3}" presName="bgRect" presStyleLbl="bgShp" presStyleIdx="3" presStyleCnt="4"/>
      <dgm:spPr/>
    </dgm:pt>
    <dgm:pt modelId="{35A5C3CD-6D61-41A1-B4AE-D2ACC3695810}" type="pres">
      <dgm:prSet presAssocID="{08F50E07-25E9-47CB-90CA-090D7D8B19F3}" presName="iconRect" presStyleLbl="node1" presStyleIdx="3" presStyleCnt="4"/>
      <dgm:spPr>
        <a:blipFill>
          <a:blip xmlns:r="http://schemas.openxmlformats.org/officeDocument/2006/relationships" r:embed="rId7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8"/>
              </a:ext>
            </a:extLst>
          </a:blip>
          <a:stretch>
            <a:fillRect/>
          </a:stretch>
        </a:blipFill>
        <a:ln>
          <a:noFill/>
        </a:ln>
      </dgm:spPr>
      <dgm:extLst>
        <a:ext uri="{E40237B7-FDA0-4F09-8148-C483321AD2D9}">
          <dgm14:cNvPr xmlns:dgm14="http://schemas.microsoft.com/office/drawing/2010/diagram" id="0" name="" descr="Neutral Face with No Fill"/>
        </a:ext>
      </dgm:extLst>
    </dgm:pt>
    <dgm:pt modelId="{E30210EB-3681-42E2-957E-C929BE517E0D}" type="pres">
      <dgm:prSet presAssocID="{08F50E07-25E9-47CB-90CA-090D7D8B19F3}" presName="spaceRect" presStyleCnt="0"/>
      <dgm:spPr/>
    </dgm:pt>
    <dgm:pt modelId="{6A4BD623-6D04-493A-8286-8855CE95047B}" type="pres">
      <dgm:prSet presAssocID="{08F50E07-25E9-47CB-90CA-090D7D8B19F3}" presName="parTx" presStyleLbl="revTx" presStyleIdx="3" presStyleCnt="4">
        <dgm:presLayoutVars>
          <dgm:chMax val="0"/>
          <dgm:chPref val="0"/>
        </dgm:presLayoutVars>
      </dgm:prSet>
      <dgm:spPr/>
    </dgm:pt>
  </dgm:ptLst>
  <dgm:cxnLst>
    <dgm:cxn modelId="{798CC735-5237-48BB-B2EF-1BAA627ACFC7}" type="presOf" srcId="{A8855DE3-3EAE-4DDE-8669-3D8FBB96914A}" destId="{24DDFF21-C992-4B1A-804D-2DF4D1B76B44}" srcOrd="0" destOrd="0" presId="urn:microsoft.com/office/officeart/2018/2/layout/IconVerticalSolidList"/>
    <dgm:cxn modelId="{4BF22C5E-CA12-4CEA-8404-47297B4418AF}" srcId="{33FD1206-6384-49DE-B886-427E75115194}" destId="{A8855DE3-3EAE-4DDE-8669-3D8FBB96914A}" srcOrd="1" destOrd="0" parTransId="{88EDCB5D-8FB8-4618-954C-063134B0B043}" sibTransId="{D68176BD-2E2D-41AE-BB64-784D7E8DE4F2}"/>
    <dgm:cxn modelId="{EE155961-64C1-4E4D-B4C3-333BA3EA9962}" type="presOf" srcId="{F4121B07-F8F3-4B19-9A29-9479393E3A81}" destId="{42F6F993-36ED-40B3-9FF5-72A8EA752111}" srcOrd="0" destOrd="0" presId="urn:microsoft.com/office/officeart/2018/2/layout/IconVerticalSolidList"/>
    <dgm:cxn modelId="{19BF8C52-E665-4B82-8B53-B5D1961B6979}" srcId="{33FD1206-6384-49DE-B886-427E75115194}" destId="{F4121B07-F8F3-4B19-9A29-9479393E3A81}" srcOrd="2" destOrd="0" parTransId="{B361953C-94CC-43B4-86D0-6336E7A150EE}" sibTransId="{75283C74-8160-40C8-900C-E149BCE30E59}"/>
    <dgm:cxn modelId="{7B7F7F80-6FC1-4941-8C96-5F10942158AC}" type="presOf" srcId="{08F50E07-25E9-47CB-90CA-090D7D8B19F3}" destId="{6A4BD623-6D04-493A-8286-8855CE95047B}" srcOrd="0" destOrd="0" presId="urn:microsoft.com/office/officeart/2018/2/layout/IconVerticalSolidList"/>
    <dgm:cxn modelId="{7CA0B180-1D6A-496E-A0EE-C9F0E7FFA452}" srcId="{33FD1206-6384-49DE-B886-427E75115194}" destId="{08F50E07-25E9-47CB-90CA-090D7D8B19F3}" srcOrd="3" destOrd="0" parTransId="{9E91999D-39F3-446F-AB40-8B9ECEFF1266}" sibTransId="{1F0E63A4-36DF-4CF1-8266-2069BA5C544E}"/>
    <dgm:cxn modelId="{074973A5-6066-409A-92EA-C7E2BAE2CA3B}" type="presOf" srcId="{33FD1206-6384-49DE-B886-427E75115194}" destId="{6915E7DC-E9D2-4F9D-B5A3-3FCFEA2F818F}" srcOrd="0" destOrd="0" presId="urn:microsoft.com/office/officeart/2018/2/layout/IconVerticalSolidList"/>
    <dgm:cxn modelId="{82A70CBB-7085-4D59-AF5A-7DC62CCBA020}" type="presOf" srcId="{37AFDE46-71C3-4F3A-8D12-1384A0B460C7}" destId="{EB8FF93B-42AC-4908-81E9-B28AC6E71A1B}" srcOrd="0" destOrd="0" presId="urn:microsoft.com/office/officeart/2018/2/layout/IconVerticalSolidList"/>
    <dgm:cxn modelId="{38F31AE2-DD2C-4F99-870D-4EA719871E62}" srcId="{33FD1206-6384-49DE-B886-427E75115194}" destId="{37AFDE46-71C3-4F3A-8D12-1384A0B460C7}" srcOrd="0" destOrd="0" parTransId="{2913EF70-9C0D-4988-9E72-F635FA54E391}" sibTransId="{096D4E61-03F1-4594-B4CF-795FCAB5A577}"/>
    <dgm:cxn modelId="{69995CF5-685C-4E20-AF58-4259FF433165}" type="presParOf" srcId="{6915E7DC-E9D2-4F9D-B5A3-3FCFEA2F818F}" destId="{9EC0EC1D-2B05-4FE0-84CA-84946F81908D}" srcOrd="0" destOrd="0" presId="urn:microsoft.com/office/officeart/2018/2/layout/IconVerticalSolidList"/>
    <dgm:cxn modelId="{2D5A3A15-1760-438D-B2C1-E3828FD87441}" type="presParOf" srcId="{9EC0EC1D-2B05-4FE0-84CA-84946F81908D}" destId="{64854D84-0579-4DD8-8C1F-4BE56C9BD06D}" srcOrd="0" destOrd="0" presId="urn:microsoft.com/office/officeart/2018/2/layout/IconVerticalSolidList"/>
    <dgm:cxn modelId="{9CA5A066-C48D-4196-8D9B-D6618044E812}" type="presParOf" srcId="{9EC0EC1D-2B05-4FE0-84CA-84946F81908D}" destId="{C0A5FC71-7853-4C0D-94FC-9F5BD970C861}" srcOrd="1" destOrd="0" presId="urn:microsoft.com/office/officeart/2018/2/layout/IconVerticalSolidList"/>
    <dgm:cxn modelId="{7A3EDB8B-E4CF-46FA-A8DB-0159A88E4291}" type="presParOf" srcId="{9EC0EC1D-2B05-4FE0-84CA-84946F81908D}" destId="{7596ABAA-1FBE-4C44-8DC3-A80BFAAA75B9}" srcOrd="2" destOrd="0" presId="urn:microsoft.com/office/officeart/2018/2/layout/IconVerticalSolidList"/>
    <dgm:cxn modelId="{0238B2EC-AE60-459A-8966-B25D6CE834A5}" type="presParOf" srcId="{9EC0EC1D-2B05-4FE0-84CA-84946F81908D}" destId="{EB8FF93B-42AC-4908-81E9-B28AC6E71A1B}" srcOrd="3" destOrd="0" presId="urn:microsoft.com/office/officeart/2018/2/layout/IconVerticalSolidList"/>
    <dgm:cxn modelId="{D3ECF8B3-5EE6-484C-9707-4A7287F2C293}" type="presParOf" srcId="{6915E7DC-E9D2-4F9D-B5A3-3FCFEA2F818F}" destId="{050B82BB-787E-4369-9F66-8B3EFB1EEC44}" srcOrd="1" destOrd="0" presId="urn:microsoft.com/office/officeart/2018/2/layout/IconVerticalSolidList"/>
    <dgm:cxn modelId="{25293BCE-67C4-4F6B-9763-E9EA4D6719DD}" type="presParOf" srcId="{6915E7DC-E9D2-4F9D-B5A3-3FCFEA2F818F}" destId="{1A7D0364-6471-4C72-86FB-49BAC924E693}" srcOrd="2" destOrd="0" presId="urn:microsoft.com/office/officeart/2018/2/layout/IconVerticalSolidList"/>
    <dgm:cxn modelId="{84FF86A0-65E9-4E8D-B842-8853FF0E6325}" type="presParOf" srcId="{1A7D0364-6471-4C72-86FB-49BAC924E693}" destId="{7DCCCD6C-A6A7-4FD4-8D03-ECE79510D22E}" srcOrd="0" destOrd="0" presId="urn:microsoft.com/office/officeart/2018/2/layout/IconVerticalSolidList"/>
    <dgm:cxn modelId="{6A8EFBB3-70BA-45A9-96D5-82B822872B63}" type="presParOf" srcId="{1A7D0364-6471-4C72-86FB-49BAC924E693}" destId="{62FD006D-814E-4957-8CF2-70D0593F8D0F}" srcOrd="1" destOrd="0" presId="urn:microsoft.com/office/officeart/2018/2/layout/IconVerticalSolidList"/>
    <dgm:cxn modelId="{30532606-ED74-4AF4-B462-DCFF8CCCB01B}" type="presParOf" srcId="{1A7D0364-6471-4C72-86FB-49BAC924E693}" destId="{E89B3A29-7E5E-45CB-8719-698E76D6CA7E}" srcOrd="2" destOrd="0" presId="urn:microsoft.com/office/officeart/2018/2/layout/IconVerticalSolidList"/>
    <dgm:cxn modelId="{C4EC5331-F123-4562-B16F-26B4914B1620}" type="presParOf" srcId="{1A7D0364-6471-4C72-86FB-49BAC924E693}" destId="{24DDFF21-C992-4B1A-804D-2DF4D1B76B44}" srcOrd="3" destOrd="0" presId="urn:microsoft.com/office/officeart/2018/2/layout/IconVerticalSolidList"/>
    <dgm:cxn modelId="{C43EF2A2-FCBE-477F-BEC9-C7A10F2F5947}" type="presParOf" srcId="{6915E7DC-E9D2-4F9D-B5A3-3FCFEA2F818F}" destId="{9210B07F-C5BC-4DBF-BE61-ADCE98E6BFF0}" srcOrd="3" destOrd="0" presId="urn:microsoft.com/office/officeart/2018/2/layout/IconVerticalSolidList"/>
    <dgm:cxn modelId="{B528565F-9BBF-49A7-BC4A-F2A501C11E14}" type="presParOf" srcId="{6915E7DC-E9D2-4F9D-B5A3-3FCFEA2F818F}" destId="{78C0E591-E21D-4069-90FA-4737623E5526}" srcOrd="4" destOrd="0" presId="urn:microsoft.com/office/officeart/2018/2/layout/IconVerticalSolidList"/>
    <dgm:cxn modelId="{FD170F8B-BDB9-4D05-9A78-0EE70F0F82C7}" type="presParOf" srcId="{78C0E591-E21D-4069-90FA-4737623E5526}" destId="{49CA153A-4F70-46D9-A32D-ACE54E2681A2}" srcOrd="0" destOrd="0" presId="urn:microsoft.com/office/officeart/2018/2/layout/IconVerticalSolidList"/>
    <dgm:cxn modelId="{91482508-0729-48AD-8199-C7FF9798279B}" type="presParOf" srcId="{78C0E591-E21D-4069-90FA-4737623E5526}" destId="{C34FBDA0-0D0F-409F-BFEB-8AEA2B8E64B6}" srcOrd="1" destOrd="0" presId="urn:microsoft.com/office/officeart/2018/2/layout/IconVerticalSolidList"/>
    <dgm:cxn modelId="{FB5A729E-239A-4B42-AE4B-C78190F5B8AC}" type="presParOf" srcId="{78C0E591-E21D-4069-90FA-4737623E5526}" destId="{7463C172-F210-4B73-8095-E7095DA7D3BC}" srcOrd="2" destOrd="0" presId="urn:microsoft.com/office/officeart/2018/2/layout/IconVerticalSolidList"/>
    <dgm:cxn modelId="{D8D70B19-E847-41E9-B149-2868732793AF}" type="presParOf" srcId="{78C0E591-E21D-4069-90FA-4737623E5526}" destId="{42F6F993-36ED-40B3-9FF5-72A8EA752111}" srcOrd="3" destOrd="0" presId="urn:microsoft.com/office/officeart/2018/2/layout/IconVerticalSolidList"/>
    <dgm:cxn modelId="{3B18BD84-CE2D-4234-BB55-2BDE94422CAF}" type="presParOf" srcId="{6915E7DC-E9D2-4F9D-B5A3-3FCFEA2F818F}" destId="{67329EAA-4C3E-4931-93C8-7B058EAF1913}" srcOrd="5" destOrd="0" presId="urn:microsoft.com/office/officeart/2018/2/layout/IconVerticalSolidList"/>
    <dgm:cxn modelId="{CBD876FA-1BAB-49AC-BA36-A64D9F88260B}" type="presParOf" srcId="{6915E7DC-E9D2-4F9D-B5A3-3FCFEA2F818F}" destId="{43398296-5EED-4FD7-9C98-A984590736CF}" srcOrd="6" destOrd="0" presId="urn:microsoft.com/office/officeart/2018/2/layout/IconVerticalSolidList"/>
    <dgm:cxn modelId="{EB827FCC-A895-4A3F-AD6F-C9140C274198}" type="presParOf" srcId="{43398296-5EED-4FD7-9C98-A984590736CF}" destId="{3EE92140-BEA3-4E3F-8538-651B8E7AC946}" srcOrd="0" destOrd="0" presId="urn:microsoft.com/office/officeart/2018/2/layout/IconVerticalSolidList"/>
    <dgm:cxn modelId="{3FF56E28-6A6B-4AFE-B44B-111C11A2B992}" type="presParOf" srcId="{43398296-5EED-4FD7-9C98-A984590736CF}" destId="{35A5C3CD-6D61-41A1-B4AE-D2ACC3695810}" srcOrd="1" destOrd="0" presId="urn:microsoft.com/office/officeart/2018/2/layout/IconVerticalSolidList"/>
    <dgm:cxn modelId="{5A355D15-2B75-4E13-8C89-477A033EF45A}" type="presParOf" srcId="{43398296-5EED-4FD7-9C98-A984590736CF}" destId="{E30210EB-3681-42E2-957E-C929BE517E0D}" srcOrd="2" destOrd="0" presId="urn:microsoft.com/office/officeart/2018/2/layout/IconVerticalSolidList"/>
    <dgm:cxn modelId="{D65E3DF0-C59A-4E0F-9BE7-5F9EEFBFDFCB}" type="presParOf" srcId="{43398296-5EED-4FD7-9C98-A984590736CF}" destId="{6A4BD623-6D04-493A-8286-8855CE95047B}" srcOrd="3" destOrd="0" presId="urn:microsoft.com/office/officeart/2018/2/layout/IconVerticalSolidList"/>
  </dgm:cxnLst>
  <dgm:bg/>
  <dgm:whole/>
  <dgm:extLst>
    <a:ext uri="http://schemas.microsoft.com/office/drawing/2008/diagram">
      <dsp:dataModelExt xmlns:dsp="http://schemas.microsoft.com/office/drawing/2008/diagram" relId="rId8" minVer="http://schemas.openxmlformats.org/drawingml/2006/diagram"/>
    </a:ext>
  </dgm:extLst>
</dgm:dataModel>
</file>

<file path=ppt/diagrams/data3.xml><?xml version="1.0" encoding="utf-8"?>
<dgm:dataModel xmlns:dgm="http://schemas.openxmlformats.org/drawingml/2006/diagram" xmlns:a="http://schemas.openxmlformats.org/drawingml/2006/main">
  <dgm:ptLst>
    <dgm:pt modelId="{B675CA58-560B-4C08-A734-540D58980E5D}" type="doc">
      <dgm:prSet loTypeId="urn:microsoft.com/office/officeart/2018/5/layout/CenteredIconLabelDescriptionList" loCatId="icon" qsTypeId="urn:microsoft.com/office/officeart/2005/8/quickstyle/simple1" qsCatId="simple" csTypeId="urn:microsoft.com/office/officeart/2018/5/colors/Iconchunking_neutralbg_accent1_2" csCatId="accent1" phldr="1"/>
      <dgm:spPr/>
      <dgm:t>
        <a:bodyPr/>
        <a:lstStyle/>
        <a:p>
          <a:endParaRPr lang="en-US"/>
        </a:p>
      </dgm:t>
    </dgm:pt>
    <dgm:pt modelId="{E270BB4E-3A8F-4776-89BE-B366DB7BBDA5}">
      <dgm:prSet/>
      <dgm:spPr/>
      <dgm:t>
        <a:bodyPr/>
        <a:lstStyle/>
        <a:p>
          <a:pPr>
            <a:defRPr b="1"/>
          </a:pPr>
          <a:r>
            <a:rPr lang="en-US" b="1" dirty="0">
              <a:latin typeface="Cascadia Mono SemiLight" panose="020B0609020000020004" pitchFamily="49" charset="0"/>
              <a:ea typeface="Cascadia Mono SemiLight" panose="020B0609020000020004" pitchFamily="49" charset="0"/>
              <a:cs typeface="Cascadia Mono SemiLight" panose="020B0609020000020004" pitchFamily="49" charset="0"/>
            </a:rPr>
            <a:t>Increase Conversion Rates:</a:t>
          </a:r>
          <a:endParaRPr lang="en-US" dirty="0">
            <a:latin typeface="Cascadia Mono SemiLight" panose="020B0609020000020004" pitchFamily="49" charset="0"/>
            <a:ea typeface="Cascadia Mono SemiLight" panose="020B0609020000020004" pitchFamily="49" charset="0"/>
            <a:cs typeface="Cascadia Mono SemiLight" panose="020B0609020000020004" pitchFamily="49" charset="0"/>
          </a:endParaRPr>
        </a:p>
      </dgm:t>
    </dgm:pt>
    <dgm:pt modelId="{3932692F-5E10-4E71-B972-B75D555210BA}" type="parTrans" cxnId="{7E79BC0A-0D23-4EF7-BA02-B98BBD9BF70E}">
      <dgm:prSet/>
      <dgm:spPr/>
      <dgm:t>
        <a:bodyPr/>
        <a:lstStyle/>
        <a:p>
          <a:endParaRPr lang="en-US"/>
        </a:p>
      </dgm:t>
    </dgm:pt>
    <dgm:pt modelId="{C3376045-3EA4-44C6-8CA2-451340C6D259}" type="sibTrans" cxnId="{7E79BC0A-0D23-4EF7-BA02-B98BBD9BF70E}">
      <dgm:prSet/>
      <dgm:spPr/>
      <dgm:t>
        <a:bodyPr/>
        <a:lstStyle/>
        <a:p>
          <a:endParaRPr lang="en-US"/>
        </a:p>
      </dgm:t>
    </dgm:pt>
    <dgm:pt modelId="{F8F542DF-DD3E-4CB0-9687-C209167FFEC3}">
      <dgm:prSet/>
      <dgm:spPr/>
      <dgm:t>
        <a:bodyPr/>
        <a:lstStyle/>
        <a:p>
          <a:r>
            <a:rPr lang="en-US" b="1">
              <a:latin typeface="Cascadia Mono SemiLight" panose="020B0609020000020004" pitchFamily="49" charset="0"/>
              <a:ea typeface="Cascadia Mono SemiLight" panose="020B0609020000020004" pitchFamily="49" charset="0"/>
              <a:cs typeface="Cascadia Mono SemiLight" panose="020B0609020000020004" pitchFamily="49" charset="0"/>
            </a:rPr>
            <a:t>Goal: </a:t>
          </a:r>
          <a:r>
            <a:rPr lang="en-US">
              <a:latin typeface="Cascadia Mono SemiLight" panose="020B0609020000020004" pitchFamily="49" charset="0"/>
              <a:ea typeface="Cascadia Mono SemiLight" panose="020B0609020000020004" pitchFamily="49" charset="0"/>
              <a:cs typeface="Cascadia Mono SemiLight" panose="020B0609020000020004" pitchFamily="49" charset="0"/>
            </a:rPr>
            <a:t>Identify factors impacting the conversion rate and provide recommendations to improve it.</a:t>
          </a:r>
        </a:p>
      </dgm:t>
    </dgm:pt>
    <dgm:pt modelId="{14A8E602-1787-4C7A-BACE-3602F931B8C9}" type="parTrans" cxnId="{7EA24D3F-275F-482A-8CE1-0D6B6BD1051D}">
      <dgm:prSet/>
      <dgm:spPr/>
      <dgm:t>
        <a:bodyPr/>
        <a:lstStyle/>
        <a:p>
          <a:endParaRPr lang="en-US"/>
        </a:p>
      </dgm:t>
    </dgm:pt>
    <dgm:pt modelId="{F97C12A5-0BB8-457D-A389-1EDE34B45293}" type="sibTrans" cxnId="{7EA24D3F-275F-482A-8CE1-0D6B6BD1051D}">
      <dgm:prSet/>
      <dgm:spPr/>
      <dgm:t>
        <a:bodyPr/>
        <a:lstStyle/>
        <a:p>
          <a:endParaRPr lang="en-US"/>
        </a:p>
      </dgm:t>
    </dgm:pt>
    <dgm:pt modelId="{5E7EB14E-5EC4-4DC0-916E-26A1A8557CE2}">
      <dgm:prSet/>
      <dgm:spPr/>
      <dgm:t>
        <a:bodyPr/>
        <a:lstStyle/>
        <a:p>
          <a:r>
            <a:rPr lang="en-US" b="1">
              <a:latin typeface="Cascadia Mono SemiLight" panose="020B0609020000020004" pitchFamily="49" charset="0"/>
              <a:ea typeface="Cascadia Mono SemiLight" panose="020B0609020000020004" pitchFamily="49" charset="0"/>
              <a:cs typeface="Cascadia Mono SemiLight" panose="020B0609020000020004" pitchFamily="49" charset="0"/>
            </a:rPr>
            <a:t>Insight: </a:t>
          </a:r>
          <a:r>
            <a:rPr lang="en-US">
              <a:latin typeface="Cascadia Mono SemiLight" panose="020B0609020000020004" pitchFamily="49" charset="0"/>
              <a:ea typeface="Cascadia Mono SemiLight" panose="020B0609020000020004" pitchFamily="49" charset="0"/>
              <a:cs typeface="Cascadia Mono SemiLight" panose="020B0609020000020004" pitchFamily="49" charset="0"/>
            </a:rPr>
            <a:t>Highlight key stages where visitors drop off and suggest improvements to optimize the conversion funnel.</a:t>
          </a:r>
        </a:p>
      </dgm:t>
    </dgm:pt>
    <dgm:pt modelId="{864A6DC4-4721-4798-874C-D11319A2D0F8}" type="parTrans" cxnId="{36AAFBF1-D5C9-4521-BFE0-07A53AF3EC21}">
      <dgm:prSet/>
      <dgm:spPr/>
      <dgm:t>
        <a:bodyPr/>
        <a:lstStyle/>
        <a:p>
          <a:endParaRPr lang="en-US"/>
        </a:p>
      </dgm:t>
    </dgm:pt>
    <dgm:pt modelId="{1AFC7C15-9592-44C7-9891-3EA59C4F3BAB}" type="sibTrans" cxnId="{36AAFBF1-D5C9-4521-BFE0-07A53AF3EC21}">
      <dgm:prSet/>
      <dgm:spPr/>
      <dgm:t>
        <a:bodyPr/>
        <a:lstStyle/>
        <a:p>
          <a:endParaRPr lang="en-US"/>
        </a:p>
      </dgm:t>
    </dgm:pt>
    <dgm:pt modelId="{7853D66B-0FB7-44A6-9FA4-28CA44E74A62}">
      <dgm:prSet/>
      <dgm:spPr/>
      <dgm:t>
        <a:bodyPr/>
        <a:lstStyle/>
        <a:p>
          <a:pPr>
            <a:defRPr b="1"/>
          </a:pPr>
          <a:r>
            <a:rPr lang="en-US" b="1">
              <a:latin typeface="Cascadia Mono SemiLight" panose="020B0609020000020004" pitchFamily="49" charset="0"/>
              <a:ea typeface="Cascadia Mono SemiLight" panose="020B0609020000020004" pitchFamily="49" charset="0"/>
              <a:cs typeface="Cascadia Mono SemiLight" panose="020B0609020000020004" pitchFamily="49" charset="0"/>
            </a:rPr>
            <a:t>Enhance Customer Engagement:</a:t>
          </a:r>
          <a:endParaRPr lang="en-US">
            <a:latin typeface="Cascadia Mono SemiLight" panose="020B0609020000020004" pitchFamily="49" charset="0"/>
            <a:ea typeface="Cascadia Mono SemiLight" panose="020B0609020000020004" pitchFamily="49" charset="0"/>
            <a:cs typeface="Cascadia Mono SemiLight" panose="020B0609020000020004" pitchFamily="49" charset="0"/>
          </a:endParaRPr>
        </a:p>
      </dgm:t>
    </dgm:pt>
    <dgm:pt modelId="{7619D40B-0670-4510-9582-922A1CC8D474}" type="parTrans" cxnId="{4AB63E0D-1E17-4105-9A57-E3EFFC826F5A}">
      <dgm:prSet/>
      <dgm:spPr/>
      <dgm:t>
        <a:bodyPr/>
        <a:lstStyle/>
        <a:p>
          <a:endParaRPr lang="en-US"/>
        </a:p>
      </dgm:t>
    </dgm:pt>
    <dgm:pt modelId="{F41E83F7-376F-4808-83A2-D324A261AF7D}" type="sibTrans" cxnId="{4AB63E0D-1E17-4105-9A57-E3EFFC826F5A}">
      <dgm:prSet/>
      <dgm:spPr/>
      <dgm:t>
        <a:bodyPr/>
        <a:lstStyle/>
        <a:p>
          <a:endParaRPr lang="en-US"/>
        </a:p>
      </dgm:t>
    </dgm:pt>
    <dgm:pt modelId="{750395BB-0506-43B9-B974-5F60619B5C96}">
      <dgm:prSet/>
      <dgm:spPr/>
      <dgm:t>
        <a:bodyPr/>
        <a:lstStyle/>
        <a:p>
          <a:r>
            <a:rPr lang="en-US" b="1">
              <a:latin typeface="Cascadia Mono SemiLight" panose="020B0609020000020004" pitchFamily="49" charset="0"/>
              <a:ea typeface="Cascadia Mono SemiLight" panose="020B0609020000020004" pitchFamily="49" charset="0"/>
              <a:cs typeface="Cascadia Mono SemiLight" panose="020B0609020000020004" pitchFamily="49" charset="0"/>
            </a:rPr>
            <a:t>Goal:</a:t>
          </a:r>
          <a:r>
            <a:rPr lang="en-US">
              <a:latin typeface="Cascadia Mono SemiLight" panose="020B0609020000020004" pitchFamily="49" charset="0"/>
              <a:ea typeface="Cascadia Mono SemiLight" panose="020B0609020000020004" pitchFamily="49" charset="0"/>
              <a:cs typeface="Cascadia Mono SemiLight" panose="020B0609020000020004" pitchFamily="49" charset="0"/>
            </a:rPr>
            <a:t> Determine which types of content drive the highest engagement. </a:t>
          </a:r>
        </a:p>
      </dgm:t>
    </dgm:pt>
    <dgm:pt modelId="{6BF47912-045D-453F-9FAD-5B4E7195DD27}" type="parTrans" cxnId="{980CDB85-9656-4568-9BB1-9C5C96F14544}">
      <dgm:prSet/>
      <dgm:spPr/>
      <dgm:t>
        <a:bodyPr/>
        <a:lstStyle/>
        <a:p>
          <a:endParaRPr lang="en-US"/>
        </a:p>
      </dgm:t>
    </dgm:pt>
    <dgm:pt modelId="{4328AD25-D0DB-4BEE-AAC4-3ED3383581C9}" type="sibTrans" cxnId="{980CDB85-9656-4568-9BB1-9C5C96F14544}">
      <dgm:prSet/>
      <dgm:spPr/>
      <dgm:t>
        <a:bodyPr/>
        <a:lstStyle/>
        <a:p>
          <a:endParaRPr lang="en-US"/>
        </a:p>
      </dgm:t>
    </dgm:pt>
    <dgm:pt modelId="{4ECB5231-4044-4E94-9CF4-2B4801F6D56C}">
      <dgm:prSet/>
      <dgm:spPr/>
      <dgm:t>
        <a:bodyPr/>
        <a:lstStyle/>
        <a:p>
          <a:r>
            <a:rPr lang="en-US" b="1">
              <a:latin typeface="Cascadia Mono SemiLight" panose="020B0609020000020004" pitchFamily="49" charset="0"/>
              <a:ea typeface="Cascadia Mono SemiLight" panose="020B0609020000020004" pitchFamily="49" charset="0"/>
              <a:cs typeface="Cascadia Mono SemiLight" panose="020B0609020000020004" pitchFamily="49" charset="0"/>
            </a:rPr>
            <a:t>Insight:</a:t>
          </a:r>
          <a:r>
            <a:rPr lang="en-US">
              <a:latin typeface="Cascadia Mono SemiLight" panose="020B0609020000020004" pitchFamily="49" charset="0"/>
              <a:ea typeface="Cascadia Mono SemiLight" panose="020B0609020000020004" pitchFamily="49" charset="0"/>
              <a:cs typeface="Cascadia Mono SemiLight" panose="020B0609020000020004" pitchFamily="49" charset="0"/>
            </a:rPr>
            <a:t> Analyze interaction levels with different types of marketing content to inform better content strategies.</a:t>
          </a:r>
        </a:p>
      </dgm:t>
    </dgm:pt>
    <dgm:pt modelId="{6A12AF89-BFE8-4A0B-A802-E1EDD70EE00B}" type="parTrans" cxnId="{3C5B3CFD-CB1B-41FA-96D1-96315197B93C}">
      <dgm:prSet/>
      <dgm:spPr/>
      <dgm:t>
        <a:bodyPr/>
        <a:lstStyle/>
        <a:p>
          <a:endParaRPr lang="en-US"/>
        </a:p>
      </dgm:t>
    </dgm:pt>
    <dgm:pt modelId="{7278305F-3DB7-4F08-B5C3-30778D265016}" type="sibTrans" cxnId="{3C5B3CFD-CB1B-41FA-96D1-96315197B93C}">
      <dgm:prSet/>
      <dgm:spPr/>
      <dgm:t>
        <a:bodyPr/>
        <a:lstStyle/>
        <a:p>
          <a:endParaRPr lang="en-US"/>
        </a:p>
      </dgm:t>
    </dgm:pt>
    <dgm:pt modelId="{E669E57A-AFD8-4805-BC81-7FFC36DAAB3B}">
      <dgm:prSet/>
      <dgm:spPr/>
      <dgm:t>
        <a:bodyPr/>
        <a:lstStyle/>
        <a:p>
          <a:pPr>
            <a:defRPr b="1"/>
          </a:pPr>
          <a:r>
            <a:rPr lang="en-US" b="1">
              <a:latin typeface="Cascadia Mono SemiLight" panose="020B0609020000020004" pitchFamily="49" charset="0"/>
              <a:ea typeface="Cascadia Mono SemiLight" panose="020B0609020000020004" pitchFamily="49" charset="0"/>
              <a:cs typeface="Cascadia Mono SemiLight" panose="020B0609020000020004" pitchFamily="49" charset="0"/>
            </a:rPr>
            <a:t>Improve Customer Feedback Scores:</a:t>
          </a:r>
          <a:endParaRPr lang="en-US">
            <a:latin typeface="Cascadia Mono SemiLight" panose="020B0609020000020004" pitchFamily="49" charset="0"/>
            <a:ea typeface="Cascadia Mono SemiLight" panose="020B0609020000020004" pitchFamily="49" charset="0"/>
            <a:cs typeface="Cascadia Mono SemiLight" panose="020B0609020000020004" pitchFamily="49" charset="0"/>
          </a:endParaRPr>
        </a:p>
      </dgm:t>
    </dgm:pt>
    <dgm:pt modelId="{4905750A-A1E2-468B-99D0-78279852DF3D}" type="parTrans" cxnId="{017EE54C-0BEB-4D77-ADEB-BFB1ED48AFAF}">
      <dgm:prSet/>
      <dgm:spPr/>
      <dgm:t>
        <a:bodyPr/>
        <a:lstStyle/>
        <a:p>
          <a:endParaRPr lang="en-US"/>
        </a:p>
      </dgm:t>
    </dgm:pt>
    <dgm:pt modelId="{C0380F99-A16E-43B8-B182-DE03D430FD6E}" type="sibTrans" cxnId="{017EE54C-0BEB-4D77-ADEB-BFB1ED48AFAF}">
      <dgm:prSet/>
      <dgm:spPr/>
      <dgm:t>
        <a:bodyPr/>
        <a:lstStyle/>
        <a:p>
          <a:endParaRPr lang="en-US"/>
        </a:p>
      </dgm:t>
    </dgm:pt>
    <dgm:pt modelId="{3F5B89DD-262D-4F29-8AFC-054AF061D09E}">
      <dgm:prSet/>
      <dgm:spPr/>
      <dgm:t>
        <a:bodyPr/>
        <a:lstStyle/>
        <a:p>
          <a:r>
            <a:rPr lang="en-US" b="1">
              <a:latin typeface="Cascadia Mono SemiLight" panose="020B0609020000020004" pitchFamily="49" charset="0"/>
              <a:ea typeface="Cascadia Mono SemiLight" panose="020B0609020000020004" pitchFamily="49" charset="0"/>
              <a:cs typeface="Cascadia Mono SemiLight" panose="020B0609020000020004" pitchFamily="49" charset="0"/>
            </a:rPr>
            <a:t>Goal:</a:t>
          </a:r>
          <a:r>
            <a:rPr lang="en-US">
              <a:latin typeface="Cascadia Mono SemiLight" panose="020B0609020000020004" pitchFamily="49" charset="0"/>
              <a:ea typeface="Cascadia Mono SemiLight" panose="020B0609020000020004" pitchFamily="49" charset="0"/>
              <a:cs typeface="Cascadia Mono SemiLight" panose="020B0609020000020004" pitchFamily="49" charset="0"/>
            </a:rPr>
            <a:t> Understand common themes in customer reviews and provide actionable insights.</a:t>
          </a:r>
        </a:p>
      </dgm:t>
    </dgm:pt>
    <dgm:pt modelId="{8C260CAE-2DD1-4E0B-B3AF-756F07ADEB29}" type="parTrans" cxnId="{B4652107-E3CA-4DEE-94D4-FF73713FA6DD}">
      <dgm:prSet/>
      <dgm:spPr/>
      <dgm:t>
        <a:bodyPr/>
        <a:lstStyle/>
        <a:p>
          <a:endParaRPr lang="en-US"/>
        </a:p>
      </dgm:t>
    </dgm:pt>
    <dgm:pt modelId="{550B95F7-96CB-451C-850D-21814D49A848}" type="sibTrans" cxnId="{B4652107-E3CA-4DEE-94D4-FF73713FA6DD}">
      <dgm:prSet/>
      <dgm:spPr/>
      <dgm:t>
        <a:bodyPr/>
        <a:lstStyle/>
        <a:p>
          <a:endParaRPr lang="en-US"/>
        </a:p>
      </dgm:t>
    </dgm:pt>
    <dgm:pt modelId="{82110111-334B-4935-8F4A-E7A4DAFA2D52}">
      <dgm:prSet/>
      <dgm:spPr/>
      <dgm:t>
        <a:bodyPr/>
        <a:lstStyle/>
        <a:p>
          <a:r>
            <a:rPr lang="en-US" b="1">
              <a:latin typeface="Cascadia Mono SemiLight" panose="020B0609020000020004" pitchFamily="49" charset="0"/>
              <a:ea typeface="Cascadia Mono SemiLight" panose="020B0609020000020004" pitchFamily="49" charset="0"/>
              <a:cs typeface="Cascadia Mono SemiLight" panose="020B0609020000020004" pitchFamily="49" charset="0"/>
            </a:rPr>
            <a:t>Insight:</a:t>
          </a:r>
          <a:r>
            <a:rPr lang="en-US">
              <a:latin typeface="Cascadia Mono SemiLight" panose="020B0609020000020004" pitchFamily="49" charset="0"/>
              <a:ea typeface="Cascadia Mono SemiLight" panose="020B0609020000020004" pitchFamily="49" charset="0"/>
              <a:cs typeface="Cascadia Mono SemiLight" panose="020B0609020000020004" pitchFamily="49" charset="0"/>
            </a:rPr>
            <a:t> Identify recurring positive and negative feedback to guide product and service improvements.</a:t>
          </a:r>
        </a:p>
      </dgm:t>
    </dgm:pt>
    <dgm:pt modelId="{E8C685C3-554D-448E-9E16-E5A7E9B7EECA}" type="parTrans" cxnId="{5084789F-C089-4836-968E-CDBF0865D504}">
      <dgm:prSet/>
      <dgm:spPr/>
      <dgm:t>
        <a:bodyPr/>
        <a:lstStyle/>
        <a:p>
          <a:endParaRPr lang="en-US"/>
        </a:p>
      </dgm:t>
    </dgm:pt>
    <dgm:pt modelId="{35535951-8231-4B00-973C-0464A52A2DD7}" type="sibTrans" cxnId="{5084789F-C089-4836-968E-CDBF0865D504}">
      <dgm:prSet/>
      <dgm:spPr/>
      <dgm:t>
        <a:bodyPr/>
        <a:lstStyle/>
        <a:p>
          <a:endParaRPr lang="en-US"/>
        </a:p>
      </dgm:t>
    </dgm:pt>
    <dgm:pt modelId="{7BB8DD93-FD3A-4DAE-A7C0-0CF7C757B57E}" type="pres">
      <dgm:prSet presAssocID="{B675CA58-560B-4C08-A734-540D58980E5D}" presName="root" presStyleCnt="0">
        <dgm:presLayoutVars>
          <dgm:dir/>
          <dgm:resizeHandles val="exact"/>
        </dgm:presLayoutVars>
      </dgm:prSet>
      <dgm:spPr/>
    </dgm:pt>
    <dgm:pt modelId="{67FE0886-4173-4EB8-ADB9-6618F08BEBF6}" type="pres">
      <dgm:prSet presAssocID="{E270BB4E-3A8F-4776-89BE-B366DB7BBDA5}" presName="compNode" presStyleCnt="0"/>
      <dgm:spPr/>
    </dgm:pt>
    <dgm:pt modelId="{35E5C827-63A9-49BB-BDA7-91708069CC8D}" type="pres">
      <dgm:prSet presAssocID="{E270BB4E-3A8F-4776-89BE-B366DB7BBDA5}" presName="iconRect" presStyleLbl="node1" presStyleIdx="0" presStyleCnt="3"/>
      <dgm:spPr>
        <a:blipFill>
          <a:blip xmlns:r="http://schemas.openxmlformats.org/officeDocument/2006/relationships" r:embed="rId1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a:blipFill>
        <a:ln>
          <a:noFill/>
        </a:ln>
      </dgm:spPr>
      <dgm:extLst>
        <a:ext uri="{E40237B7-FDA0-4F09-8148-C483321AD2D9}">
          <dgm14:cNvPr xmlns:dgm14="http://schemas.microsoft.com/office/drawing/2010/diagram" id="0" name="" descr="Bullseye"/>
        </a:ext>
      </dgm:extLst>
    </dgm:pt>
    <dgm:pt modelId="{E1B63C97-B4CF-46CF-86D2-BCDF454E0920}" type="pres">
      <dgm:prSet presAssocID="{E270BB4E-3A8F-4776-89BE-B366DB7BBDA5}" presName="iconSpace" presStyleCnt="0"/>
      <dgm:spPr/>
    </dgm:pt>
    <dgm:pt modelId="{7BEC5394-9814-4F40-B323-D98F65202BCA}" type="pres">
      <dgm:prSet presAssocID="{E270BB4E-3A8F-4776-89BE-B366DB7BBDA5}" presName="parTx" presStyleLbl="revTx" presStyleIdx="0" presStyleCnt="6">
        <dgm:presLayoutVars>
          <dgm:chMax val="0"/>
          <dgm:chPref val="0"/>
        </dgm:presLayoutVars>
      </dgm:prSet>
      <dgm:spPr/>
    </dgm:pt>
    <dgm:pt modelId="{C4C9335B-0D4C-45EC-9E62-0EF36FCE38FC}" type="pres">
      <dgm:prSet presAssocID="{E270BB4E-3A8F-4776-89BE-B366DB7BBDA5}" presName="txSpace" presStyleCnt="0"/>
      <dgm:spPr/>
    </dgm:pt>
    <dgm:pt modelId="{6848A5B9-A833-4611-9709-C1503E2E6BCD}" type="pres">
      <dgm:prSet presAssocID="{E270BB4E-3A8F-4776-89BE-B366DB7BBDA5}" presName="desTx" presStyleLbl="revTx" presStyleIdx="1" presStyleCnt="6">
        <dgm:presLayoutVars/>
      </dgm:prSet>
      <dgm:spPr/>
    </dgm:pt>
    <dgm:pt modelId="{5D4F3400-B5D0-429A-B251-F68B921A2F20}" type="pres">
      <dgm:prSet presAssocID="{C3376045-3EA4-44C6-8CA2-451340C6D259}" presName="sibTrans" presStyleCnt="0"/>
      <dgm:spPr/>
    </dgm:pt>
    <dgm:pt modelId="{FF4BABC0-7D5A-4663-9B64-831D95820F92}" type="pres">
      <dgm:prSet presAssocID="{7853D66B-0FB7-44A6-9FA4-28CA44E74A62}" presName="compNode" presStyleCnt="0"/>
      <dgm:spPr/>
    </dgm:pt>
    <dgm:pt modelId="{4145A4DD-E4B0-4024-A535-C5647EF63EFD}" type="pres">
      <dgm:prSet presAssocID="{7853D66B-0FB7-44A6-9FA4-28CA44E74A62}" presName="iconRect" presStyleLbl="node1" presStyleIdx="1" presStyleCnt="3"/>
      <dgm:spPr>
        <a:blipFill>
          <a:blip xmlns:r="http://schemas.openxmlformats.org/officeDocument/2006/relationships" r:embed="rId3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a:blipFill>
        <a:ln>
          <a:noFill/>
        </a:ln>
      </dgm:spPr>
      <dgm:extLst>
        <a:ext uri="{E40237B7-FDA0-4F09-8148-C483321AD2D9}">
          <dgm14:cNvPr xmlns:dgm14="http://schemas.microsoft.com/office/drawing/2010/diagram" id="0" name="" descr="Megaphone"/>
        </a:ext>
      </dgm:extLst>
    </dgm:pt>
    <dgm:pt modelId="{580BF932-8E61-4498-8D88-79BF2062696E}" type="pres">
      <dgm:prSet presAssocID="{7853D66B-0FB7-44A6-9FA4-28CA44E74A62}" presName="iconSpace" presStyleCnt="0"/>
      <dgm:spPr/>
    </dgm:pt>
    <dgm:pt modelId="{C36361EA-6FAD-4FD7-9B19-3D8F1AEFD448}" type="pres">
      <dgm:prSet presAssocID="{7853D66B-0FB7-44A6-9FA4-28CA44E74A62}" presName="parTx" presStyleLbl="revTx" presStyleIdx="2" presStyleCnt="6">
        <dgm:presLayoutVars>
          <dgm:chMax val="0"/>
          <dgm:chPref val="0"/>
        </dgm:presLayoutVars>
      </dgm:prSet>
      <dgm:spPr/>
    </dgm:pt>
    <dgm:pt modelId="{2D9DF323-80A0-412C-AE64-2A1597BF6A56}" type="pres">
      <dgm:prSet presAssocID="{7853D66B-0FB7-44A6-9FA4-28CA44E74A62}" presName="txSpace" presStyleCnt="0"/>
      <dgm:spPr/>
    </dgm:pt>
    <dgm:pt modelId="{610350A1-15AB-45B1-A245-50ECF294FD5D}" type="pres">
      <dgm:prSet presAssocID="{7853D66B-0FB7-44A6-9FA4-28CA44E74A62}" presName="desTx" presStyleLbl="revTx" presStyleIdx="3" presStyleCnt="6">
        <dgm:presLayoutVars/>
      </dgm:prSet>
      <dgm:spPr/>
    </dgm:pt>
    <dgm:pt modelId="{7701E88A-A3A9-4856-BD58-457A13311072}" type="pres">
      <dgm:prSet presAssocID="{F41E83F7-376F-4808-83A2-D324A261AF7D}" presName="sibTrans" presStyleCnt="0"/>
      <dgm:spPr/>
    </dgm:pt>
    <dgm:pt modelId="{B2EA7B24-B267-4FB1-B1F2-31F6CD3246EE}" type="pres">
      <dgm:prSet presAssocID="{E669E57A-AFD8-4805-BC81-7FFC36DAAB3B}" presName="compNode" presStyleCnt="0"/>
      <dgm:spPr/>
    </dgm:pt>
    <dgm:pt modelId="{B3F3B6BD-8364-41C2-AB39-81895436B22E}" type="pres">
      <dgm:prSet presAssocID="{E669E57A-AFD8-4805-BC81-7FFC36DAAB3B}" presName="iconRect" presStyleLbl="node1" presStyleIdx="2" presStyleCnt="3"/>
      <dgm:spPr>
        <a:blipFill>
          <a:blip xmlns:r="http://schemas.openxmlformats.org/officeDocument/2006/relationships" r:embed="rId5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a:blipFill>
        <a:ln>
          <a:noFill/>
        </a:ln>
      </dgm:spPr>
      <dgm:extLst>
        <a:ext uri="{E40237B7-FDA0-4F09-8148-C483321AD2D9}">
          <dgm14:cNvPr xmlns:dgm14="http://schemas.microsoft.com/office/drawing/2010/diagram" id="0" name="" descr="Neutral Face with No Fill"/>
        </a:ext>
      </dgm:extLst>
    </dgm:pt>
    <dgm:pt modelId="{07F5CEB0-0C84-4E73-88E4-9A20505F6F4D}" type="pres">
      <dgm:prSet presAssocID="{E669E57A-AFD8-4805-BC81-7FFC36DAAB3B}" presName="iconSpace" presStyleCnt="0"/>
      <dgm:spPr/>
    </dgm:pt>
    <dgm:pt modelId="{C9F15657-EDBF-4B27-9D94-6F942A6AFC79}" type="pres">
      <dgm:prSet presAssocID="{E669E57A-AFD8-4805-BC81-7FFC36DAAB3B}" presName="parTx" presStyleLbl="revTx" presStyleIdx="4" presStyleCnt="6">
        <dgm:presLayoutVars>
          <dgm:chMax val="0"/>
          <dgm:chPref val="0"/>
        </dgm:presLayoutVars>
      </dgm:prSet>
      <dgm:spPr/>
    </dgm:pt>
    <dgm:pt modelId="{7062922E-65EB-42AE-8A18-95DA6108F0FC}" type="pres">
      <dgm:prSet presAssocID="{E669E57A-AFD8-4805-BC81-7FFC36DAAB3B}" presName="txSpace" presStyleCnt="0"/>
      <dgm:spPr/>
    </dgm:pt>
    <dgm:pt modelId="{5DCD3702-D9E1-4D65-83CD-738C145CB6E7}" type="pres">
      <dgm:prSet presAssocID="{E669E57A-AFD8-4805-BC81-7FFC36DAAB3B}" presName="desTx" presStyleLbl="revTx" presStyleIdx="5" presStyleCnt="6">
        <dgm:presLayoutVars/>
      </dgm:prSet>
      <dgm:spPr/>
    </dgm:pt>
  </dgm:ptLst>
  <dgm:cxnLst>
    <dgm:cxn modelId="{B4652107-E3CA-4DEE-94D4-FF73713FA6DD}" srcId="{E669E57A-AFD8-4805-BC81-7FFC36DAAB3B}" destId="{3F5B89DD-262D-4F29-8AFC-054AF061D09E}" srcOrd="0" destOrd="0" parTransId="{8C260CAE-2DD1-4E0B-B3AF-756F07ADEB29}" sibTransId="{550B95F7-96CB-451C-850D-21814D49A848}"/>
    <dgm:cxn modelId="{7E79BC0A-0D23-4EF7-BA02-B98BBD9BF70E}" srcId="{B675CA58-560B-4C08-A734-540D58980E5D}" destId="{E270BB4E-3A8F-4776-89BE-B366DB7BBDA5}" srcOrd="0" destOrd="0" parTransId="{3932692F-5E10-4E71-B972-B75D555210BA}" sibTransId="{C3376045-3EA4-44C6-8CA2-451340C6D259}"/>
    <dgm:cxn modelId="{4AB63E0D-1E17-4105-9A57-E3EFFC826F5A}" srcId="{B675CA58-560B-4C08-A734-540D58980E5D}" destId="{7853D66B-0FB7-44A6-9FA4-28CA44E74A62}" srcOrd="1" destOrd="0" parTransId="{7619D40B-0670-4510-9582-922A1CC8D474}" sibTransId="{F41E83F7-376F-4808-83A2-D324A261AF7D}"/>
    <dgm:cxn modelId="{3827AC32-8514-4FC9-AA16-2675F7528EDD}" type="presOf" srcId="{F8F542DF-DD3E-4CB0-9687-C209167FFEC3}" destId="{6848A5B9-A833-4611-9709-C1503E2E6BCD}" srcOrd="0" destOrd="0" presId="urn:microsoft.com/office/officeart/2018/5/layout/CenteredIconLabelDescriptionList"/>
    <dgm:cxn modelId="{7EA24D3F-275F-482A-8CE1-0D6B6BD1051D}" srcId="{E270BB4E-3A8F-4776-89BE-B366DB7BBDA5}" destId="{F8F542DF-DD3E-4CB0-9687-C209167FFEC3}" srcOrd="0" destOrd="0" parTransId="{14A8E602-1787-4C7A-BACE-3602F931B8C9}" sibTransId="{F97C12A5-0BB8-457D-A389-1EDE34B45293}"/>
    <dgm:cxn modelId="{237E3261-BE07-4135-9A20-63AF8716815B}" type="presOf" srcId="{3F5B89DD-262D-4F29-8AFC-054AF061D09E}" destId="{5DCD3702-D9E1-4D65-83CD-738C145CB6E7}" srcOrd="0" destOrd="0" presId="urn:microsoft.com/office/officeart/2018/5/layout/CenteredIconLabelDescriptionList"/>
    <dgm:cxn modelId="{06815B41-B800-46A0-804A-3DB8CD9D5189}" type="presOf" srcId="{7853D66B-0FB7-44A6-9FA4-28CA44E74A62}" destId="{C36361EA-6FAD-4FD7-9B19-3D8F1AEFD448}" srcOrd="0" destOrd="0" presId="urn:microsoft.com/office/officeart/2018/5/layout/CenteredIconLabelDescriptionList"/>
    <dgm:cxn modelId="{45184744-6E06-498B-B138-852FE8B8AAD9}" type="presOf" srcId="{E270BB4E-3A8F-4776-89BE-B366DB7BBDA5}" destId="{7BEC5394-9814-4F40-B323-D98F65202BCA}" srcOrd="0" destOrd="0" presId="urn:microsoft.com/office/officeart/2018/5/layout/CenteredIconLabelDescriptionList"/>
    <dgm:cxn modelId="{5BE23C68-116B-4143-A8A1-0ECA88E77A8F}" type="presOf" srcId="{82110111-334B-4935-8F4A-E7A4DAFA2D52}" destId="{5DCD3702-D9E1-4D65-83CD-738C145CB6E7}" srcOrd="0" destOrd="1" presId="urn:microsoft.com/office/officeart/2018/5/layout/CenteredIconLabelDescriptionList"/>
    <dgm:cxn modelId="{B6A54448-5D64-4857-941E-8F0FFC474C20}" type="presOf" srcId="{4ECB5231-4044-4E94-9CF4-2B4801F6D56C}" destId="{610350A1-15AB-45B1-A245-50ECF294FD5D}" srcOrd="0" destOrd="1" presId="urn:microsoft.com/office/officeart/2018/5/layout/CenteredIconLabelDescriptionList"/>
    <dgm:cxn modelId="{017EE54C-0BEB-4D77-ADEB-BFB1ED48AFAF}" srcId="{B675CA58-560B-4C08-A734-540D58980E5D}" destId="{E669E57A-AFD8-4805-BC81-7FFC36DAAB3B}" srcOrd="2" destOrd="0" parTransId="{4905750A-A1E2-468B-99D0-78279852DF3D}" sibTransId="{C0380F99-A16E-43B8-B182-DE03D430FD6E}"/>
    <dgm:cxn modelId="{82C2FF74-0204-4AD9-A28E-D964F10FEF19}" type="presOf" srcId="{5E7EB14E-5EC4-4DC0-916E-26A1A8557CE2}" destId="{6848A5B9-A833-4611-9709-C1503E2E6BCD}" srcOrd="0" destOrd="1" presId="urn:microsoft.com/office/officeart/2018/5/layout/CenteredIconLabelDescriptionList"/>
    <dgm:cxn modelId="{980CDB85-9656-4568-9BB1-9C5C96F14544}" srcId="{7853D66B-0FB7-44A6-9FA4-28CA44E74A62}" destId="{750395BB-0506-43B9-B974-5F60619B5C96}" srcOrd="0" destOrd="0" parTransId="{6BF47912-045D-453F-9FAD-5B4E7195DD27}" sibTransId="{4328AD25-D0DB-4BEE-AAC4-3ED3383581C9}"/>
    <dgm:cxn modelId="{43D37590-328F-432A-AB36-29F2C805F79D}" type="presOf" srcId="{E669E57A-AFD8-4805-BC81-7FFC36DAAB3B}" destId="{C9F15657-EDBF-4B27-9D94-6F942A6AFC79}" srcOrd="0" destOrd="0" presId="urn:microsoft.com/office/officeart/2018/5/layout/CenteredIconLabelDescriptionList"/>
    <dgm:cxn modelId="{5084789F-C089-4836-968E-CDBF0865D504}" srcId="{E669E57A-AFD8-4805-BC81-7FFC36DAAB3B}" destId="{82110111-334B-4935-8F4A-E7A4DAFA2D52}" srcOrd="1" destOrd="0" parTransId="{E8C685C3-554D-448E-9E16-E5A7E9B7EECA}" sibTransId="{35535951-8231-4B00-973C-0464A52A2DD7}"/>
    <dgm:cxn modelId="{41D73FDC-401C-488F-8010-DF37A7158679}" type="presOf" srcId="{750395BB-0506-43B9-B974-5F60619B5C96}" destId="{610350A1-15AB-45B1-A245-50ECF294FD5D}" srcOrd="0" destOrd="0" presId="urn:microsoft.com/office/officeart/2018/5/layout/CenteredIconLabelDescriptionList"/>
    <dgm:cxn modelId="{9EE670F1-3C95-4D23-AEC3-79EEEA8C6310}" type="presOf" srcId="{B675CA58-560B-4C08-A734-540D58980E5D}" destId="{7BB8DD93-FD3A-4DAE-A7C0-0CF7C757B57E}" srcOrd="0" destOrd="0" presId="urn:microsoft.com/office/officeart/2018/5/layout/CenteredIconLabelDescriptionList"/>
    <dgm:cxn modelId="{36AAFBF1-D5C9-4521-BFE0-07A53AF3EC21}" srcId="{E270BB4E-3A8F-4776-89BE-B366DB7BBDA5}" destId="{5E7EB14E-5EC4-4DC0-916E-26A1A8557CE2}" srcOrd="1" destOrd="0" parTransId="{864A6DC4-4721-4798-874C-D11319A2D0F8}" sibTransId="{1AFC7C15-9592-44C7-9891-3EA59C4F3BAB}"/>
    <dgm:cxn modelId="{3C5B3CFD-CB1B-41FA-96D1-96315197B93C}" srcId="{7853D66B-0FB7-44A6-9FA4-28CA44E74A62}" destId="{4ECB5231-4044-4E94-9CF4-2B4801F6D56C}" srcOrd="1" destOrd="0" parTransId="{6A12AF89-BFE8-4A0B-A802-E1EDD70EE00B}" sibTransId="{7278305F-3DB7-4F08-B5C3-30778D265016}"/>
    <dgm:cxn modelId="{2677662B-57FD-4F50-9F2E-8959697D93D0}" type="presParOf" srcId="{7BB8DD93-FD3A-4DAE-A7C0-0CF7C757B57E}" destId="{67FE0886-4173-4EB8-ADB9-6618F08BEBF6}" srcOrd="0" destOrd="0" presId="urn:microsoft.com/office/officeart/2018/5/layout/CenteredIconLabelDescriptionList"/>
    <dgm:cxn modelId="{1B25768F-AF2F-4C41-89C0-B1AEA2342649}" type="presParOf" srcId="{67FE0886-4173-4EB8-ADB9-6618F08BEBF6}" destId="{35E5C827-63A9-49BB-BDA7-91708069CC8D}" srcOrd="0" destOrd="0" presId="urn:microsoft.com/office/officeart/2018/5/layout/CenteredIconLabelDescriptionList"/>
    <dgm:cxn modelId="{6F4AB771-F8D6-4323-8A11-04B57FEA8923}" type="presParOf" srcId="{67FE0886-4173-4EB8-ADB9-6618F08BEBF6}" destId="{E1B63C97-B4CF-46CF-86D2-BCDF454E0920}" srcOrd="1" destOrd="0" presId="urn:microsoft.com/office/officeart/2018/5/layout/CenteredIconLabelDescriptionList"/>
    <dgm:cxn modelId="{3D8691F9-5176-4166-B680-2DFBEDD6AA94}" type="presParOf" srcId="{67FE0886-4173-4EB8-ADB9-6618F08BEBF6}" destId="{7BEC5394-9814-4F40-B323-D98F65202BCA}" srcOrd="2" destOrd="0" presId="urn:microsoft.com/office/officeart/2018/5/layout/CenteredIconLabelDescriptionList"/>
    <dgm:cxn modelId="{24F376B0-6C79-44A3-9AD3-882E2E397847}" type="presParOf" srcId="{67FE0886-4173-4EB8-ADB9-6618F08BEBF6}" destId="{C4C9335B-0D4C-45EC-9E62-0EF36FCE38FC}" srcOrd="3" destOrd="0" presId="urn:microsoft.com/office/officeart/2018/5/layout/CenteredIconLabelDescriptionList"/>
    <dgm:cxn modelId="{DDF31487-5A73-44E3-A7E9-657763CBDEE4}" type="presParOf" srcId="{67FE0886-4173-4EB8-ADB9-6618F08BEBF6}" destId="{6848A5B9-A833-4611-9709-C1503E2E6BCD}" srcOrd="4" destOrd="0" presId="urn:microsoft.com/office/officeart/2018/5/layout/CenteredIconLabelDescriptionList"/>
    <dgm:cxn modelId="{09FF0F1F-68FD-4E35-AD82-8D278E169A0D}" type="presParOf" srcId="{7BB8DD93-FD3A-4DAE-A7C0-0CF7C757B57E}" destId="{5D4F3400-B5D0-429A-B251-F68B921A2F20}" srcOrd="1" destOrd="0" presId="urn:microsoft.com/office/officeart/2018/5/layout/CenteredIconLabelDescriptionList"/>
    <dgm:cxn modelId="{B7860FB7-85C4-4C45-A7A5-2B9865CCC634}" type="presParOf" srcId="{7BB8DD93-FD3A-4DAE-A7C0-0CF7C757B57E}" destId="{FF4BABC0-7D5A-4663-9B64-831D95820F92}" srcOrd="2" destOrd="0" presId="urn:microsoft.com/office/officeart/2018/5/layout/CenteredIconLabelDescriptionList"/>
    <dgm:cxn modelId="{7C1DF3CF-BEE7-46C1-B8ED-FB74EC7C4058}" type="presParOf" srcId="{FF4BABC0-7D5A-4663-9B64-831D95820F92}" destId="{4145A4DD-E4B0-4024-A535-C5647EF63EFD}" srcOrd="0" destOrd="0" presId="urn:microsoft.com/office/officeart/2018/5/layout/CenteredIconLabelDescriptionList"/>
    <dgm:cxn modelId="{5F6CF1B5-30AF-457A-AD46-5016AFBA9DE3}" type="presParOf" srcId="{FF4BABC0-7D5A-4663-9B64-831D95820F92}" destId="{580BF932-8E61-4498-8D88-79BF2062696E}" srcOrd="1" destOrd="0" presId="urn:microsoft.com/office/officeart/2018/5/layout/CenteredIconLabelDescriptionList"/>
    <dgm:cxn modelId="{4BAD0826-7A14-41EB-BBE0-D16F3BE94B1E}" type="presParOf" srcId="{FF4BABC0-7D5A-4663-9B64-831D95820F92}" destId="{C36361EA-6FAD-4FD7-9B19-3D8F1AEFD448}" srcOrd="2" destOrd="0" presId="urn:microsoft.com/office/officeart/2018/5/layout/CenteredIconLabelDescriptionList"/>
    <dgm:cxn modelId="{66180B6E-DA34-4C9B-950F-FC5BD9998DE2}" type="presParOf" srcId="{FF4BABC0-7D5A-4663-9B64-831D95820F92}" destId="{2D9DF323-80A0-412C-AE64-2A1597BF6A56}" srcOrd="3" destOrd="0" presId="urn:microsoft.com/office/officeart/2018/5/layout/CenteredIconLabelDescriptionList"/>
    <dgm:cxn modelId="{C48566B4-18B1-44DD-AE65-A4F5D8253668}" type="presParOf" srcId="{FF4BABC0-7D5A-4663-9B64-831D95820F92}" destId="{610350A1-15AB-45B1-A245-50ECF294FD5D}" srcOrd="4" destOrd="0" presId="urn:microsoft.com/office/officeart/2018/5/layout/CenteredIconLabelDescriptionList"/>
    <dgm:cxn modelId="{7A714EC1-3309-459F-A360-25E6BB24B704}" type="presParOf" srcId="{7BB8DD93-FD3A-4DAE-A7C0-0CF7C757B57E}" destId="{7701E88A-A3A9-4856-BD58-457A13311072}" srcOrd="3" destOrd="0" presId="urn:microsoft.com/office/officeart/2018/5/layout/CenteredIconLabelDescriptionList"/>
    <dgm:cxn modelId="{31DFD323-A6C9-485A-B24B-F1A91D4B64CB}" type="presParOf" srcId="{7BB8DD93-FD3A-4DAE-A7C0-0CF7C757B57E}" destId="{B2EA7B24-B267-4FB1-B1F2-31F6CD3246EE}" srcOrd="4" destOrd="0" presId="urn:microsoft.com/office/officeart/2018/5/layout/CenteredIconLabelDescriptionList"/>
    <dgm:cxn modelId="{E62F52A3-A66A-4FEB-8C24-BD257397D834}" type="presParOf" srcId="{B2EA7B24-B267-4FB1-B1F2-31F6CD3246EE}" destId="{B3F3B6BD-8364-41C2-AB39-81895436B22E}" srcOrd="0" destOrd="0" presId="urn:microsoft.com/office/officeart/2018/5/layout/CenteredIconLabelDescriptionList"/>
    <dgm:cxn modelId="{A6D18BE0-70ED-401A-A1DB-832BE9CF45BF}" type="presParOf" srcId="{B2EA7B24-B267-4FB1-B1F2-31F6CD3246EE}" destId="{07F5CEB0-0C84-4E73-88E4-9A20505F6F4D}" srcOrd="1" destOrd="0" presId="urn:microsoft.com/office/officeart/2018/5/layout/CenteredIconLabelDescriptionList"/>
    <dgm:cxn modelId="{1273A2BE-1E98-4DF4-8B92-4C48A7A15C42}" type="presParOf" srcId="{B2EA7B24-B267-4FB1-B1F2-31F6CD3246EE}" destId="{C9F15657-EDBF-4B27-9D94-6F942A6AFC79}" srcOrd="2" destOrd="0" presId="urn:microsoft.com/office/officeart/2018/5/layout/CenteredIconLabelDescriptionList"/>
    <dgm:cxn modelId="{35E4FD00-8F4A-4350-BF91-1967634C9817}" type="presParOf" srcId="{B2EA7B24-B267-4FB1-B1F2-31F6CD3246EE}" destId="{7062922E-65EB-42AE-8A18-95DA6108F0FC}" srcOrd="3" destOrd="0" presId="urn:microsoft.com/office/officeart/2018/5/layout/CenteredIconLabelDescriptionList"/>
    <dgm:cxn modelId="{EF0384EE-B8CB-4C25-ADCF-6E646642035A}" type="presParOf" srcId="{B2EA7B24-B267-4FB1-B1F2-31F6CD3246EE}" destId="{5DCD3702-D9E1-4D65-83CD-738C145CB6E7}" srcOrd="4" destOrd="0" presId="urn:microsoft.com/office/officeart/2018/5/layout/CenteredIconLabelDescriptionList"/>
  </dgm:cxnLst>
  <dgm:bg/>
  <dgm:whole/>
  <dgm:extLst>
    <a:ext uri="http://schemas.microsoft.com/office/drawing/2008/diagram">
      <dsp:dataModelExt xmlns:dsp="http://schemas.microsoft.com/office/drawing/2008/diagram" relId="rId6" minVer="http://schemas.openxmlformats.org/drawingml/2006/diagram"/>
    </a:ext>
  </dgm:extLst>
</dgm:dataModel>
</file>

<file path=ppt/diagrams/drawing1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60A939A8-FFB7-4607-B30F-C7C14A0040CC}">
      <dsp:nvSpPr>
        <dsp:cNvPr id="0" name=""/>
        <dsp:cNvSpPr/>
      </dsp:nvSpPr>
      <dsp:spPr>
        <a:xfrm>
          <a:off x="1320" y="295387"/>
          <a:ext cx="4636182" cy="2943975"/>
        </a:xfrm>
        <a:prstGeom prst="roundRect">
          <a:avLst>
            <a:gd name="adj" fmla="val 10000"/>
          </a:avLst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C1CAD025-222A-4F57-973A-A6775305CAE9}">
      <dsp:nvSpPr>
        <dsp:cNvPr id="0" name=""/>
        <dsp:cNvSpPr/>
      </dsp:nvSpPr>
      <dsp:spPr>
        <a:xfrm>
          <a:off x="516452" y="784762"/>
          <a:ext cx="4636182" cy="2943975"/>
        </a:xfrm>
        <a:prstGeom prst="roundRect">
          <a:avLst>
            <a:gd name="adj" fmla="val 10000"/>
          </a:avLst>
        </a:prstGeom>
        <a:solidFill>
          <a:schemeClr val="lt1">
            <a:alpha val="90000"/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accen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80010" tIns="80010" rIns="80010" bIns="80010" numCol="1" spcCol="1270" anchor="ctr" anchorCtr="0">
          <a:noAutofit/>
        </a:bodyPr>
        <a:lstStyle/>
        <a:p>
          <a:pPr marL="0" lvl="0" indent="0" algn="ctr" defTabSz="9334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100" b="0" i="0" kern="1200"/>
            <a:t>Analyze ShopEasy's recent marketing campaign data to identify reasons for declining customer engagement and conversion rates despite increased investment. Provide actionable insights to optimize future strategies.</a:t>
          </a:r>
          <a:endParaRPr lang="en-US" sz="2100" kern="1200"/>
        </a:p>
      </dsp:txBody>
      <dsp:txXfrm>
        <a:off x="602678" y="870988"/>
        <a:ext cx="4463730" cy="2771523"/>
      </dsp:txXfrm>
    </dsp:sp>
    <dsp:sp modelId="{0A3B5779-99BD-42C4-AF65-3460CE839D29}">
      <dsp:nvSpPr>
        <dsp:cNvPr id="0" name=""/>
        <dsp:cNvSpPr/>
      </dsp:nvSpPr>
      <dsp:spPr>
        <a:xfrm>
          <a:off x="5667765" y="295387"/>
          <a:ext cx="4636182" cy="2943975"/>
        </a:xfrm>
        <a:prstGeom prst="roundRect">
          <a:avLst>
            <a:gd name="adj" fmla="val 10000"/>
          </a:avLst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D71F325C-554A-4017-8530-D845151B0F79}">
      <dsp:nvSpPr>
        <dsp:cNvPr id="0" name=""/>
        <dsp:cNvSpPr/>
      </dsp:nvSpPr>
      <dsp:spPr>
        <a:xfrm>
          <a:off x="6182897" y="784762"/>
          <a:ext cx="4636182" cy="2943975"/>
        </a:xfrm>
        <a:prstGeom prst="roundRect">
          <a:avLst>
            <a:gd name="adj" fmla="val 10000"/>
          </a:avLst>
        </a:prstGeom>
        <a:solidFill>
          <a:schemeClr val="lt1">
            <a:alpha val="90000"/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accen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80010" tIns="80010" rIns="80010" bIns="80010" numCol="1" spcCol="1270" anchor="ctr" anchorCtr="0">
          <a:noAutofit/>
        </a:bodyPr>
        <a:lstStyle/>
        <a:p>
          <a:pPr marL="0" lvl="0" indent="0" algn="ctr" defTabSz="9334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100" b="0" i="0" kern="1200"/>
            <a:t>Analyze ShopEasy's customer feedback (reviews &amp; social media comments) to identify key pain points causing declining satisfaction and engagement. Provide data-driven insights to improve customer experience (CX) and conversion rates.</a:t>
          </a:r>
          <a:endParaRPr lang="en-US" sz="2100" kern="1200"/>
        </a:p>
      </dsp:txBody>
      <dsp:txXfrm>
        <a:off x="6269123" y="870988"/>
        <a:ext cx="4463730" cy="2771523"/>
      </dsp:txXfrm>
    </dsp:sp>
  </dsp:spTree>
</dsp:drawing>
</file>

<file path=ppt/diagrams/drawing2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64854D84-0579-4DD8-8C1F-4BE56C9BD06D}">
      <dsp:nvSpPr>
        <dsp:cNvPr id="0" name=""/>
        <dsp:cNvSpPr/>
      </dsp:nvSpPr>
      <dsp:spPr>
        <a:xfrm>
          <a:off x="0" y="2261"/>
          <a:ext cx="6290226" cy="1145941"/>
        </a:xfrm>
        <a:prstGeom prst="roundRect">
          <a:avLst>
            <a:gd name="adj" fmla="val 10000"/>
          </a:avLst>
        </a:prstGeom>
        <a:solidFill>
          <a:schemeClr val="accent2"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C0A5FC71-7853-4C0D-94FC-9F5BD970C861}">
      <dsp:nvSpPr>
        <dsp:cNvPr id="0" name=""/>
        <dsp:cNvSpPr/>
      </dsp:nvSpPr>
      <dsp:spPr>
        <a:xfrm>
          <a:off x="346647" y="260097"/>
          <a:ext cx="630267" cy="630267"/>
        </a:xfrm>
        <a:prstGeom prst="rect">
          <a:avLst/>
        </a:prstGeom>
        <a:blipFill>
          <a:blip xmlns:r="http://schemas.openxmlformats.org/officeDocument/2006/relationships" r:embed="rId1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a:blipFill>
        <a:ln w="12700" cap="flat" cmpd="sng" algn="ctr">
          <a:noFill/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EB8FF93B-42AC-4908-81E9-B28AC6E71A1B}">
      <dsp:nvSpPr>
        <dsp:cNvPr id="0" name=""/>
        <dsp:cNvSpPr/>
      </dsp:nvSpPr>
      <dsp:spPr>
        <a:xfrm>
          <a:off x="1323562" y="2261"/>
          <a:ext cx="4966663" cy="1145941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21279" tIns="121279" rIns="121279" bIns="121279" numCol="1" spcCol="1270" anchor="ctr" anchorCtr="0">
          <a:noAutofit/>
        </a:bodyPr>
        <a:lstStyle/>
        <a:p>
          <a:pPr marL="0" lvl="0" indent="0" algn="l" defTabSz="9334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100" b="1" kern="1200"/>
            <a:t>Conversion Rate: </a:t>
          </a:r>
          <a:r>
            <a:rPr lang="en-US" sz="2100" kern="1200"/>
            <a:t>Percentage of website visitors who make a purchase.</a:t>
          </a:r>
        </a:p>
      </dsp:txBody>
      <dsp:txXfrm>
        <a:off x="1323562" y="2261"/>
        <a:ext cx="4966663" cy="1145941"/>
      </dsp:txXfrm>
    </dsp:sp>
    <dsp:sp modelId="{7DCCCD6C-A6A7-4FD4-8D03-ECE79510D22E}">
      <dsp:nvSpPr>
        <dsp:cNvPr id="0" name=""/>
        <dsp:cNvSpPr/>
      </dsp:nvSpPr>
      <dsp:spPr>
        <a:xfrm>
          <a:off x="0" y="1434688"/>
          <a:ext cx="6290226" cy="1145941"/>
        </a:xfrm>
        <a:prstGeom prst="roundRect">
          <a:avLst>
            <a:gd name="adj" fmla="val 10000"/>
          </a:avLst>
        </a:prstGeom>
        <a:solidFill>
          <a:schemeClr val="accent3"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62FD006D-814E-4957-8CF2-70D0593F8D0F}">
      <dsp:nvSpPr>
        <dsp:cNvPr id="0" name=""/>
        <dsp:cNvSpPr/>
      </dsp:nvSpPr>
      <dsp:spPr>
        <a:xfrm>
          <a:off x="346647" y="1692524"/>
          <a:ext cx="630267" cy="630267"/>
        </a:xfrm>
        <a:prstGeom prst="rect">
          <a:avLst/>
        </a:prstGeom>
        <a:blipFill>
          <a:blip xmlns:r="http://schemas.openxmlformats.org/officeDocument/2006/relationships" r:embed="rId3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a:blipFill>
        <a:ln w="12700" cap="flat" cmpd="sng" algn="ctr">
          <a:noFill/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24DDFF21-C992-4B1A-804D-2DF4D1B76B44}">
      <dsp:nvSpPr>
        <dsp:cNvPr id="0" name=""/>
        <dsp:cNvSpPr/>
      </dsp:nvSpPr>
      <dsp:spPr>
        <a:xfrm>
          <a:off x="1323562" y="1434688"/>
          <a:ext cx="4966663" cy="1145941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21279" tIns="121279" rIns="121279" bIns="121279" numCol="1" spcCol="1270" anchor="ctr" anchorCtr="0">
          <a:noAutofit/>
        </a:bodyPr>
        <a:lstStyle/>
        <a:p>
          <a:pPr marL="0" lvl="0" indent="0" algn="l" defTabSz="9334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100" b="1" kern="1200"/>
            <a:t>Customer Engagement Rate: </a:t>
          </a:r>
          <a:r>
            <a:rPr lang="en-US" sz="2100" kern="1200"/>
            <a:t>Level of interaction with marketing content (clicks, likes, comments).</a:t>
          </a:r>
        </a:p>
      </dsp:txBody>
      <dsp:txXfrm>
        <a:off x="1323562" y="1434688"/>
        <a:ext cx="4966663" cy="1145941"/>
      </dsp:txXfrm>
    </dsp:sp>
    <dsp:sp modelId="{49CA153A-4F70-46D9-A32D-ACE54E2681A2}">
      <dsp:nvSpPr>
        <dsp:cNvPr id="0" name=""/>
        <dsp:cNvSpPr/>
      </dsp:nvSpPr>
      <dsp:spPr>
        <a:xfrm>
          <a:off x="0" y="2867115"/>
          <a:ext cx="6290226" cy="1145941"/>
        </a:xfrm>
        <a:prstGeom prst="roundRect">
          <a:avLst>
            <a:gd name="adj" fmla="val 10000"/>
          </a:avLst>
        </a:prstGeom>
        <a:solidFill>
          <a:schemeClr val="accent4"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C34FBDA0-0D0F-409F-BFEB-8AEA2B8E64B6}">
      <dsp:nvSpPr>
        <dsp:cNvPr id="0" name=""/>
        <dsp:cNvSpPr/>
      </dsp:nvSpPr>
      <dsp:spPr>
        <a:xfrm>
          <a:off x="346647" y="3124952"/>
          <a:ext cx="630267" cy="630267"/>
        </a:xfrm>
        <a:prstGeom prst="rect">
          <a:avLst/>
        </a:prstGeom>
        <a:blipFill>
          <a:blip xmlns:r="http://schemas.openxmlformats.org/officeDocument/2006/relationships" r:embed="rId5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a:blipFill>
        <a:ln w="12700" cap="flat" cmpd="sng" algn="ctr">
          <a:noFill/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42F6F993-36ED-40B3-9FF5-72A8EA752111}">
      <dsp:nvSpPr>
        <dsp:cNvPr id="0" name=""/>
        <dsp:cNvSpPr/>
      </dsp:nvSpPr>
      <dsp:spPr>
        <a:xfrm>
          <a:off x="1323562" y="2867115"/>
          <a:ext cx="4966663" cy="1145941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21279" tIns="121279" rIns="121279" bIns="121279" numCol="1" spcCol="1270" anchor="ctr" anchorCtr="0">
          <a:noAutofit/>
        </a:bodyPr>
        <a:lstStyle/>
        <a:p>
          <a:pPr marL="0" lvl="0" indent="0" algn="l" defTabSz="9334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100" b="1" kern="1200"/>
            <a:t>Average Order Value (AOV): </a:t>
          </a:r>
          <a:r>
            <a:rPr lang="en-US" sz="2100" kern="1200"/>
            <a:t>Average amount spent by a customer per transaction.</a:t>
          </a:r>
        </a:p>
      </dsp:txBody>
      <dsp:txXfrm>
        <a:off x="1323562" y="2867115"/>
        <a:ext cx="4966663" cy="1145941"/>
      </dsp:txXfrm>
    </dsp:sp>
    <dsp:sp modelId="{3EE92140-BEA3-4E3F-8538-651B8E7AC946}">
      <dsp:nvSpPr>
        <dsp:cNvPr id="0" name=""/>
        <dsp:cNvSpPr/>
      </dsp:nvSpPr>
      <dsp:spPr>
        <a:xfrm>
          <a:off x="0" y="4299542"/>
          <a:ext cx="6290226" cy="1145941"/>
        </a:xfrm>
        <a:prstGeom prst="roundRect">
          <a:avLst>
            <a:gd name="adj" fmla="val 10000"/>
          </a:avLst>
        </a:prstGeom>
        <a:solidFill>
          <a:schemeClr val="accent5"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35A5C3CD-6D61-41A1-B4AE-D2ACC3695810}">
      <dsp:nvSpPr>
        <dsp:cNvPr id="0" name=""/>
        <dsp:cNvSpPr/>
      </dsp:nvSpPr>
      <dsp:spPr>
        <a:xfrm>
          <a:off x="346647" y="4557379"/>
          <a:ext cx="630267" cy="630267"/>
        </a:xfrm>
        <a:prstGeom prst="rect">
          <a:avLst/>
        </a:prstGeom>
        <a:blipFill>
          <a:blip xmlns:r="http://schemas.openxmlformats.org/officeDocument/2006/relationships" r:embed="rId7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8"/>
              </a:ext>
            </a:extLst>
          </a:blip>
          <a:stretch>
            <a:fillRect/>
          </a:stretch>
        </a:blipFill>
        <a:ln w="12700" cap="flat" cmpd="sng" algn="ctr">
          <a:noFill/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6A4BD623-6D04-493A-8286-8855CE95047B}">
      <dsp:nvSpPr>
        <dsp:cNvPr id="0" name=""/>
        <dsp:cNvSpPr/>
      </dsp:nvSpPr>
      <dsp:spPr>
        <a:xfrm>
          <a:off x="1323562" y="4299542"/>
          <a:ext cx="4966663" cy="1145941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21279" tIns="121279" rIns="121279" bIns="121279" numCol="1" spcCol="1270" anchor="ctr" anchorCtr="0">
          <a:noAutofit/>
        </a:bodyPr>
        <a:lstStyle/>
        <a:p>
          <a:pPr marL="0" lvl="0" indent="0" algn="l" defTabSz="9334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100" b="1" kern="1200"/>
            <a:t>Customer Feedback Score: </a:t>
          </a:r>
          <a:r>
            <a:rPr lang="en-US" sz="2100" kern="1200"/>
            <a:t>Average rating from customer reviews.</a:t>
          </a:r>
        </a:p>
      </dsp:txBody>
      <dsp:txXfrm>
        <a:off x="1323562" y="4299542"/>
        <a:ext cx="4966663" cy="1145941"/>
      </dsp:txXfrm>
    </dsp:sp>
  </dsp:spTree>
</dsp:drawing>
</file>

<file path=ppt/diagrams/drawing3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35E5C827-63A9-49BB-BDA7-91708069CC8D}">
      <dsp:nvSpPr>
        <dsp:cNvPr id="0" name=""/>
        <dsp:cNvSpPr/>
      </dsp:nvSpPr>
      <dsp:spPr>
        <a:xfrm>
          <a:off x="1057540" y="211407"/>
          <a:ext cx="1128467" cy="1128467"/>
        </a:xfrm>
        <a:prstGeom prst="rect">
          <a:avLst/>
        </a:prstGeom>
        <a:blipFill>
          <a:blip xmlns:r="http://schemas.openxmlformats.org/officeDocument/2006/relationships" r:embed="rId1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a:blipFill>
        <a:ln w="12700" cap="flat" cmpd="sng" algn="ctr">
          <a:noFill/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7BEC5394-9814-4F40-B323-D98F65202BCA}">
      <dsp:nvSpPr>
        <dsp:cNvPr id="0" name=""/>
        <dsp:cNvSpPr/>
      </dsp:nvSpPr>
      <dsp:spPr>
        <a:xfrm>
          <a:off x="9678" y="1473486"/>
          <a:ext cx="3224192" cy="483628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0" tIns="0" rIns="0" bIns="0" numCol="1" spcCol="1270" anchor="t" anchorCtr="0">
          <a:noAutofit/>
        </a:bodyPr>
        <a:lstStyle/>
        <a:p>
          <a:pPr marL="0" lvl="0" indent="0" algn="ctr" defTabSz="8001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  <a:defRPr b="1"/>
          </a:pPr>
          <a:r>
            <a:rPr lang="en-US" sz="1800" b="1" kern="1200" dirty="0">
              <a:latin typeface="Cascadia Mono SemiLight" panose="020B0609020000020004" pitchFamily="49" charset="0"/>
              <a:ea typeface="Cascadia Mono SemiLight" panose="020B0609020000020004" pitchFamily="49" charset="0"/>
              <a:cs typeface="Cascadia Mono SemiLight" panose="020B0609020000020004" pitchFamily="49" charset="0"/>
            </a:rPr>
            <a:t>Increase Conversion Rates:</a:t>
          </a:r>
          <a:endParaRPr lang="en-US" sz="1800" kern="1200" dirty="0">
            <a:latin typeface="Cascadia Mono SemiLight" panose="020B0609020000020004" pitchFamily="49" charset="0"/>
            <a:ea typeface="Cascadia Mono SemiLight" panose="020B0609020000020004" pitchFamily="49" charset="0"/>
            <a:cs typeface="Cascadia Mono SemiLight" panose="020B0609020000020004" pitchFamily="49" charset="0"/>
          </a:endParaRPr>
        </a:p>
      </dsp:txBody>
      <dsp:txXfrm>
        <a:off x="9678" y="1473486"/>
        <a:ext cx="3224192" cy="483628"/>
      </dsp:txXfrm>
    </dsp:sp>
    <dsp:sp modelId="{6848A5B9-A833-4611-9709-C1503E2E6BCD}">
      <dsp:nvSpPr>
        <dsp:cNvPr id="0" name=""/>
        <dsp:cNvSpPr/>
      </dsp:nvSpPr>
      <dsp:spPr>
        <a:xfrm>
          <a:off x="9678" y="2019259"/>
          <a:ext cx="3224192" cy="1299394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0" tIns="0" rIns="0" bIns="0" numCol="1" spcCol="1270" anchor="t" anchorCtr="0">
          <a:noAutofit/>
        </a:bodyPr>
        <a:lstStyle/>
        <a:p>
          <a:pPr marL="0" lvl="0" indent="0" algn="ctr" defTabSz="5778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300" b="1" kern="1200">
              <a:latin typeface="Cascadia Mono SemiLight" panose="020B0609020000020004" pitchFamily="49" charset="0"/>
              <a:ea typeface="Cascadia Mono SemiLight" panose="020B0609020000020004" pitchFamily="49" charset="0"/>
              <a:cs typeface="Cascadia Mono SemiLight" panose="020B0609020000020004" pitchFamily="49" charset="0"/>
            </a:rPr>
            <a:t>Goal: </a:t>
          </a:r>
          <a:r>
            <a:rPr lang="en-US" sz="1300" kern="1200">
              <a:latin typeface="Cascadia Mono SemiLight" panose="020B0609020000020004" pitchFamily="49" charset="0"/>
              <a:ea typeface="Cascadia Mono SemiLight" panose="020B0609020000020004" pitchFamily="49" charset="0"/>
              <a:cs typeface="Cascadia Mono SemiLight" panose="020B0609020000020004" pitchFamily="49" charset="0"/>
            </a:rPr>
            <a:t>Identify factors impacting the conversion rate and provide recommendations to improve it.</a:t>
          </a:r>
        </a:p>
        <a:p>
          <a:pPr marL="0" lvl="0" indent="0" algn="ctr" defTabSz="5778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300" b="1" kern="1200">
              <a:latin typeface="Cascadia Mono SemiLight" panose="020B0609020000020004" pitchFamily="49" charset="0"/>
              <a:ea typeface="Cascadia Mono SemiLight" panose="020B0609020000020004" pitchFamily="49" charset="0"/>
              <a:cs typeface="Cascadia Mono SemiLight" panose="020B0609020000020004" pitchFamily="49" charset="0"/>
            </a:rPr>
            <a:t>Insight: </a:t>
          </a:r>
          <a:r>
            <a:rPr lang="en-US" sz="1300" kern="1200">
              <a:latin typeface="Cascadia Mono SemiLight" panose="020B0609020000020004" pitchFamily="49" charset="0"/>
              <a:ea typeface="Cascadia Mono SemiLight" panose="020B0609020000020004" pitchFamily="49" charset="0"/>
              <a:cs typeface="Cascadia Mono SemiLight" panose="020B0609020000020004" pitchFamily="49" charset="0"/>
            </a:rPr>
            <a:t>Highlight key stages where visitors drop off and suggest improvements to optimize the conversion funnel.</a:t>
          </a:r>
        </a:p>
      </dsp:txBody>
      <dsp:txXfrm>
        <a:off x="9678" y="2019259"/>
        <a:ext cx="3224192" cy="1299394"/>
      </dsp:txXfrm>
    </dsp:sp>
    <dsp:sp modelId="{4145A4DD-E4B0-4024-A535-C5647EF63EFD}">
      <dsp:nvSpPr>
        <dsp:cNvPr id="0" name=""/>
        <dsp:cNvSpPr/>
      </dsp:nvSpPr>
      <dsp:spPr>
        <a:xfrm>
          <a:off x="4845966" y="211407"/>
          <a:ext cx="1128467" cy="1128467"/>
        </a:xfrm>
        <a:prstGeom prst="rect">
          <a:avLst/>
        </a:prstGeom>
        <a:blipFill>
          <a:blip xmlns:r="http://schemas.openxmlformats.org/officeDocument/2006/relationships" r:embed="rId3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a:blipFill>
        <a:ln w="12700" cap="flat" cmpd="sng" algn="ctr">
          <a:noFill/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C36361EA-6FAD-4FD7-9B19-3D8F1AEFD448}">
      <dsp:nvSpPr>
        <dsp:cNvPr id="0" name=""/>
        <dsp:cNvSpPr/>
      </dsp:nvSpPr>
      <dsp:spPr>
        <a:xfrm>
          <a:off x="3798103" y="1473486"/>
          <a:ext cx="3224192" cy="483628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0" tIns="0" rIns="0" bIns="0" numCol="1" spcCol="1270" anchor="t" anchorCtr="0">
          <a:noAutofit/>
        </a:bodyPr>
        <a:lstStyle/>
        <a:p>
          <a:pPr marL="0" lvl="0" indent="0" algn="ctr" defTabSz="8001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  <a:defRPr b="1"/>
          </a:pPr>
          <a:r>
            <a:rPr lang="en-US" sz="1800" b="1" kern="1200">
              <a:latin typeface="Cascadia Mono SemiLight" panose="020B0609020000020004" pitchFamily="49" charset="0"/>
              <a:ea typeface="Cascadia Mono SemiLight" panose="020B0609020000020004" pitchFamily="49" charset="0"/>
              <a:cs typeface="Cascadia Mono SemiLight" panose="020B0609020000020004" pitchFamily="49" charset="0"/>
            </a:rPr>
            <a:t>Enhance Customer Engagement:</a:t>
          </a:r>
          <a:endParaRPr lang="en-US" sz="1800" kern="1200">
            <a:latin typeface="Cascadia Mono SemiLight" panose="020B0609020000020004" pitchFamily="49" charset="0"/>
            <a:ea typeface="Cascadia Mono SemiLight" panose="020B0609020000020004" pitchFamily="49" charset="0"/>
            <a:cs typeface="Cascadia Mono SemiLight" panose="020B0609020000020004" pitchFamily="49" charset="0"/>
          </a:endParaRPr>
        </a:p>
      </dsp:txBody>
      <dsp:txXfrm>
        <a:off x="3798103" y="1473486"/>
        <a:ext cx="3224192" cy="483628"/>
      </dsp:txXfrm>
    </dsp:sp>
    <dsp:sp modelId="{610350A1-15AB-45B1-A245-50ECF294FD5D}">
      <dsp:nvSpPr>
        <dsp:cNvPr id="0" name=""/>
        <dsp:cNvSpPr/>
      </dsp:nvSpPr>
      <dsp:spPr>
        <a:xfrm>
          <a:off x="3798103" y="2019259"/>
          <a:ext cx="3224192" cy="1299394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0" tIns="0" rIns="0" bIns="0" numCol="1" spcCol="1270" anchor="t" anchorCtr="0">
          <a:noAutofit/>
        </a:bodyPr>
        <a:lstStyle/>
        <a:p>
          <a:pPr marL="0" lvl="0" indent="0" algn="ctr" defTabSz="5778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300" b="1" kern="1200">
              <a:latin typeface="Cascadia Mono SemiLight" panose="020B0609020000020004" pitchFamily="49" charset="0"/>
              <a:ea typeface="Cascadia Mono SemiLight" panose="020B0609020000020004" pitchFamily="49" charset="0"/>
              <a:cs typeface="Cascadia Mono SemiLight" panose="020B0609020000020004" pitchFamily="49" charset="0"/>
            </a:rPr>
            <a:t>Goal:</a:t>
          </a:r>
          <a:r>
            <a:rPr lang="en-US" sz="1300" kern="1200">
              <a:latin typeface="Cascadia Mono SemiLight" panose="020B0609020000020004" pitchFamily="49" charset="0"/>
              <a:ea typeface="Cascadia Mono SemiLight" panose="020B0609020000020004" pitchFamily="49" charset="0"/>
              <a:cs typeface="Cascadia Mono SemiLight" panose="020B0609020000020004" pitchFamily="49" charset="0"/>
            </a:rPr>
            <a:t> Determine which types of content drive the highest engagement. </a:t>
          </a:r>
        </a:p>
        <a:p>
          <a:pPr marL="0" lvl="0" indent="0" algn="ctr" defTabSz="5778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300" b="1" kern="1200">
              <a:latin typeface="Cascadia Mono SemiLight" panose="020B0609020000020004" pitchFamily="49" charset="0"/>
              <a:ea typeface="Cascadia Mono SemiLight" panose="020B0609020000020004" pitchFamily="49" charset="0"/>
              <a:cs typeface="Cascadia Mono SemiLight" panose="020B0609020000020004" pitchFamily="49" charset="0"/>
            </a:rPr>
            <a:t>Insight:</a:t>
          </a:r>
          <a:r>
            <a:rPr lang="en-US" sz="1300" kern="1200">
              <a:latin typeface="Cascadia Mono SemiLight" panose="020B0609020000020004" pitchFamily="49" charset="0"/>
              <a:ea typeface="Cascadia Mono SemiLight" panose="020B0609020000020004" pitchFamily="49" charset="0"/>
              <a:cs typeface="Cascadia Mono SemiLight" panose="020B0609020000020004" pitchFamily="49" charset="0"/>
            </a:rPr>
            <a:t> Analyze interaction levels with different types of marketing content to inform better content strategies.</a:t>
          </a:r>
        </a:p>
      </dsp:txBody>
      <dsp:txXfrm>
        <a:off x="3798103" y="2019259"/>
        <a:ext cx="3224192" cy="1299394"/>
      </dsp:txXfrm>
    </dsp:sp>
    <dsp:sp modelId="{B3F3B6BD-8364-41C2-AB39-81895436B22E}">
      <dsp:nvSpPr>
        <dsp:cNvPr id="0" name=""/>
        <dsp:cNvSpPr/>
      </dsp:nvSpPr>
      <dsp:spPr>
        <a:xfrm>
          <a:off x="8634392" y="211407"/>
          <a:ext cx="1128467" cy="1128467"/>
        </a:xfrm>
        <a:prstGeom prst="rect">
          <a:avLst/>
        </a:prstGeom>
        <a:blipFill>
          <a:blip xmlns:r="http://schemas.openxmlformats.org/officeDocument/2006/relationships" r:embed="rId5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a:blipFill>
        <a:ln w="12700" cap="flat" cmpd="sng" algn="ctr">
          <a:noFill/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C9F15657-EDBF-4B27-9D94-6F942A6AFC79}">
      <dsp:nvSpPr>
        <dsp:cNvPr id="0" name=""/>
        <dsp:cNvSpPr/>
      </dsp:nvSpPr>
      <dsp:spPr>
        <a:xfrm>
          <a:off x="7586529" y="1473486"/>
          <a:ext cx="3224192" cy="483628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0" tIns="0" rIns="0" bIns="0" numCol="1" spcCol="1270" anchor="t" anchorCtr="0">
          <a:noAutofit/>
        </a:bodyPr>
        <a:lstStyle/>
        <a:p>
          <a:pPr marL="0" lvl="0" indent="0" algn="ctr" defTabSz="8001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  <a:defRPr b="1"/>
          </a:pPr>
          <a:r>
            <a:rPr lang="en-US" sz="1800" b="1" kern="1200">
              <a:latin typeface="Cascadia Mono SemiLight" panose="020B0609020000020004" pitchFamily="49" charset="0"/>
              <a:ea typeface="Cascadia Mono SemiLight" panose="020B0609020000020004" pitchFamily="49" charset="0"/>
              <a:cs typeface="Cascadia Mono SemiLight" panose="020B0609020000020004" pitchFamily="49" charset="0"/>
            </a:rPr>
            <a:t>Improve Customer Feedback Scores:</a:t>
          </a:r>
          <a:endParaRPr lang="en-US" sz="1800" kern="1200">
            <a:latin typeface="Cascadia Mono SemiLight" panose="020B0609020000020004" pitchFamily="49" charset="0"/>
            <a:ea typeface="Cascadia Mono SemiLight" panose="020B0609020000020004" pitchFamily="49" charset="0"/>
            <a:cs typeface="Cascadia Mono SemiLight" panose="020B0609020000020004" pitchFamily="49" charset="0"/>
          </a:endParaRPr>
        </a:p>
      </dsp:txBody>
      <dsp:txXfrm>
        <a:off x="7586529" y="1473486"/>
        <a:ext cx="3224192" cy="483628"/>
      </dsp:txXfrm>
    </dsp:sp>
    <dsp:sp modelId="{5DCD3702-D9E1-4D65-83CD-738C145CB6E7}">
      <dsp:nvSpPr>
        <dsp:cNvPr id="0" name=""/>
        <dsp:cNvSpPr/>
      </dsp:nvSpPr>
      <dsp:spPr>
        <a:xfrm>
          <a:off x="7586529" y="2019259"/>
          <a:ext cx="3224192" cy="1299394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0" tIns="0" rIns="0" bIns="0" numCol="1" spcCol="1270" anchor="t" anchorCtr="0">
          <a:noAutofit/>
        </a:bodyPr>
        <a:lstStyle/>
        <a:p>
          <a:pPr marL="0" lvl="0" indent="0" algn="ctr" defTabSz="5778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300" b="1" kern="1200">
              <a:latin typeface="Cascadia Mono SemiLight" panose="020B0609020000020004" pitchFamily="49" charset="0"/>
              <a:ea typeface="Cascadia Mono SemiLight" panose="020B0609020000020004" pitchFamily="49" charset="0"/>
              <a:cs typeface="Cascadia Mono SemiLight" panose="020B0609020000020004" pitchFamily="49" charset="0"/>
            </a:rPr>
            <a:t>Goal:</a:t>
          </a:r>
          <a:r>
            <a:rPr lang="en-US" sz="1300" kern="1200">
              <a:latin typeface="Cascadia Mono SemiLight" panose="020B0609020000020004" pitchFamily="49" charset="0"/>
              <a:ea typeface="Cascadia Mono SemiLight" panose="020B0609020000020004" pitchFamily="49" charset="0"/>
              <a:cs typeface="Cascadia Mono SemiLight" panose="020B0609020000020004" pitchFamily="49" charset="0"/>
            </a:rPr>
            <a:t> Understand common themes in customer reviews and provide actionable insights.</a:t>
          </a:r>
        </a:p>
        <a:p>
          <a:pPr marL="0" lvl="0" indent="0" algn="ctr" defTabSz="5778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300" b="1" kern="1200">
              <a:latin typeface="Cascadia Mono SemiLight" panose="020B0609020000020004" pitchFamily="49" charset="0"/>
              <a:ea typeface="Cascadia Mono SemiLight" panose="020B0609020000020004" pitchFamily="49" charset="0"/>
              <a:cs typeface="Cascadia Mono SemiLight" panose="020B0609020000020004" pitchFamily="49" charset="0"/>
            </a:rPr>
            <a:t>Insight:</a:t>
          </a:r>
          <a:r>
            <a:rPr lang="en-US" sz="1300" kern="1200">
              <a:latin typeface="Cascadia Mono SemiLight" panose="020B0609020000020004" pitchFamily="49" charset="0"/>
              <a:ea typeface="Cascadia Mono SemiLight" panose="020B0609020000020004" pitchFamily="49" charset="0"/>
              <a:cs typeface="Cascadia Mono SemiLight" panose="020B0609020000020004" pitchFamily="49" charset="0"/>
            </a:rPr>
            <a:t> Identify recurring positive and negative feedback to guide product and service improvements.</a:t>
          </a:r>
        </a:p>
      </dsp:txBody>
      <dsp:txXfrm>
        <a:off x="7586529" y="2019259"/>
        <a:ext cx="3224192" cy="1299394"/>
      </dsp:txXfrm>
    </dsp:sp>
  </dsp:spTree>
</dsp:drawing>
</file>

<file path=ppt/diagrams/layout1.xml><?xml version="1.0" encoding="utf-8"?>
<dgm:layoutDef xmlns:dgm="http://schemas.openxmlformats.org/drawingml/2006/diagram" xmlns:a="http://schemas.openxmlformats.org/drawingml/2006/main" uniqueId="urn:microsoft.com/office/officeart/2005/8/layout/hierarchy1">
  <dgm:title val=""/>
  <dgm:desc val=""/>
  <dgm:catLst>
    <dgm:cat type="hierarchy" pri="2000"/>
  </dgm:catLst>
  <dgm:sampData>
    <dgm:dataModel>
      <dgm:ptLst>
        <dgm:pt modelId="0" type="doc"/>
        <dgm:pt modelId="1">
          <dgm:prSet phldr="1"/>
        </dgm:pt>
        <dgm:pt modelId="2">
          <dgm:prSet phldr="1"/>
        </dgm:pt>
        <dgm:pt modelId="21">
          <dgm:prSet phldr="1"/>
        </dgm:pt>
        <dgm:pt modelId="22">
          <dgm:prSet phldr="1"/>
        </dgm:pt>
        <dgm:pt modelId="3">
          <dgm:prSet phldr="1"/>
        </dgm:pt>
        <dgm:pt modelId="31">
          <dgm:prSet phldr="1"/>
        </dgm:pt>
      </dgm:ptLst>
      <dgm:cxnLst>
        <dgm:cxn modelId="4" srcId="0" destId="1" srcOrd="0" destOrd="0"/>
        <dgm:cxn modelId="5" srcId="1" destId="2" srcOrd="0" destOrd="0"/>
        <dgm:cxn modelId="6" srcId="1" destId="3" srcOrd="1" destOrd="0"/>
        <dgm:cxn modelId="23" srcId="2" destId="21" srcOrd="0" destOrd="0"/>
        <dgm:cxn modelId="24" srcId="2" destId="22" srcOrd="1" destOrd="0"/>
        <dgm:cxn modelId="33" srcId="3" destId="31" srcOrd="0" destOrd="0"/>
      </dgm:cxnLst>
      <dgm:bg/>
      <dgm:whole/>
    </dgm:dataModel>
  </dgm:sampData>
  <dgm:styleData>
    <dgm:dataModel>
      <dgm:ptLst>
        <dgm:pt modelId="0" type="doc"/>
        <dgm:pt modelId="1"/>
        <dgm:pt modelId="11"/>
        <dgm:pt modelId="12"/>
      </dgm:ptLst>
      <dgm:cxnLst>
        <dgm:cxn modelId="2" srcId="0" destId="1" srcOrd="0" destOrd="0"/>
        <dgm:cxn modelId="13" srcId="1" destId="11" srcOrd="0" destOrd="0"/>
        <dgm:cxn modelId="14" srcId="1" destId="12" srcOrd="1" destOrd="0"/>
      </dgm:cxnLst>
      <dgm:bg/>
      <dgm:whole/>
    </dgm:dataModel>
  </dgm:styleData>
  <dgm:clrData>
    <dgm:dataModel>
      <dgm:ptLst>
        <dgm:pt modelId="0" type="doc"/>
        <dgm:pt modelId="1"/>
        <dgm:pt modelId="2"/>
        <dgm:pt modelId="21"/>
        <dgm:pt modelId="211"/>
        <dgm:pt modelId="3"/>
        <dgm:pt modelId="31"/>
        <dgm:pt modelId="311"/>
      </dgm:ptLst>
      <dgm:cxnLst>
        <dgm:cxn modelId="4" srcId="0" destId="1" srcOrd="0" destOrd="0"/>
        <dgm:cxn modelId="5" srcId="1" destId="2" srcOrd="0" destOrd="0"/>
        <dgm:cxn modelId="6" srcId="1" destId="3" srcOrd="1" destOrd="0"/>
        <dgm:cxn modelId="23" srcId="2" destId="21" srcOrd="0" destOrd="0"/>
        <dgm:cxn modelId="24" srcId="21" destId="211" srcOrd="0" destOrd="0"/>
        <dgm:cxn modelId="33" srcId="3" destId="31" srcOrd="0" destOrd="0"/>
        <dgm:cxn modelId="34" srcId="31" destId="311" srcOrd="0" destOrd="0"/>
      </dgm:cxnLst>
      <dgm:bg/>
      <dgm:whole/>
    </dgm:dataModel>
  </dgm:clrData>
  <dgm:layoutNode name="hierChild1">
    <dgm:varLst>
      <dgm:chPref val="1"/>
      <dgm:dir/>
      <dgm:animOne val="branch"/>
      <dgm:animLvl val="lvl"/>
      <dgm:resizeHandles/>
    </dgm:varLst>
    <dgm:choose name="Name0">
      <dgm:if name="Name1" func="var" arg="dir" op="equ" val="norm">
        <dgm:alg type="hierChild">
          <dgm:param type="linDir" val="fromL"/>
        </dgm:alg>
      </dgm:if>
      <dgm:else name="Name2">
        <dgm:alg type="hierChild">
          <dgm:param type="linDir" val="fromR"/>
        </dgm:alg>
      </dgm:else>
    </dgm:choose>
    <dgm:shape xmlns:r="http://schemas.openxmlformats.org/officeDocument/2006/relationships" r:blip="">
      <dgm:adjLst/>
    </dgm:shape>
    <dgm:presOf/>
    <dgm:constrLst>
      <dgm:constr type="primFontSz" for="des" ptType="node" op="equ" val="65"/>
      <dgm:constr type="w" for="des" forName="composite" refType="w"/>
      <dgm:constr type="h" for="des" forName="composite" refType="w" refFor="des" refForName="composite" fact="0.667"/>
      <dgm:constr type="w" for="des" forName="composite2" refType="w" refFor="des" refForName="composite"/>
      <dgm:constr type="h" for="des" forName="composite2" refType="h" refFor="des" refForName="composite"/>
      <dgm:constr type="w" for="des" forName="composite3" refType="w" refFor="des" refForName="composite"/>
      <dgm:constr type="h" for="des" forName="composite3" refType="h" refFor="des" refForName="composite"/>
      <dgm:constr type="w" for="des" forName="composite4" refType="w" refFor="des" refForName="composite"/>
      <dgm:constr type="h" for="des" forName="composite4" refType="h" refFor="des" refForName="composite"/>
      <dgm:constr type="w" for="des" forName="composite5" refType="w" refFor="des" refForName="composite"/>
      <dgm:constr type="h" for="des" forName="composite5" refType="h" refFor="des" refForName="composite"/>
      <dgm:constr type="sibSp" refType="w" refFor="des" refForName="composite" fact="0.1"/>
      <dgm:constr type="sibSp" for="des" forName="hierChild2" refType="sibSp"/>
      <dgm:constr type="sibSp" for="des" forName="hierChild3" refType="sibSp"/>
      <dgm:constr type="sibSp" for="des" forName="hierChild4" refType="sibSp"/>
      <dgm:constr type="sibSp" for="des" forName="hierChild5" refType="sibSp"/>
      <dgm:constr type="sibSp" for="des" forName="hierChild6" refType="sibSp"/>
      <dgm:constr type="sp" for="des" forName="hierRoot1" refType="h" refFor="des" refForName="composite" fact="0.25"/>
      <dgm:constr type="sp" for="des" forName="hierRoot2" refType="sp" refFor="des" refForName="hierRoot1"/>
      <dgm:constr type="sp" for="des" forName="hierRoot3" refType="sp" refFor="des" refForName="hierRoot1"/>
      <dgm:constr type="sp" for="des" forName="hierRoot4" refType="sp" refFor="des" refForName="hierRoot1"/>
      <dgm:constr type="sp" for="des" forName="hierRoot5" refType="sp" refFor="des" refForName="hierRoot1"/>
    </dgm:constrLst>
    <dgm:ruleLst/>
    <dgm:forEach name="Name3" axis="ch">
      <dgm:forEach name="Name4" axis="self" ptType="node">
        <dgm:layoutNode name="hierRoot1">
          <dgm:alg type="hierRoot"/>
          <dgm:shape xmlns:r="http://schemas.openxmlformats.org/officeDocument/2006/relationships" r:blip="">
            <dgm:adjLst/>
          </dgm:shape>
          <dgm:presOf/>
          <dgm:constrLst>
            <dgm:constr type="bendDist" for="des" ptType="parTrans" refType="sp" fact="0.5"/>
          </dgm:constrLst>
          <dgm:ruleLst/>
          <dgm:layoutNode name="composite">
            <dgm:alg type="composite"/>
            <dgm:shape xmlns:r="http://schemas.openxmlformats.org/officeDocument/2006/relationships" r:blip="">
              <dgm:adjLst/>
            </dgm:shape>
            <dgm:presOf/>
            <dgm:constrLst>
              <dgm:constr type="w" for="ch" forName="background" refType="w" fact="0.9"/>
              <dgm:constr type="h" for="ch" forName="background" refType="w" refFor="ch" refForName="background" fact="0.635"/>
              <dgm:constr type="t" for="ch" forName="background"/>
              <dgm:constr type="l" for="ch" forName="background"/>
              <dgm:constr type="w" for="ch" forName="text" refType="w" fact="0.9"/>
              <dgm:constr type="h" for="ch" forName="text" refType="w" refFor="ch" refForName="text" fact="0.635"/>
              <dgm:constr type="t" for="ch" forName="text" refType="w" fact="0.095"/>
              <dgm:constr type="l" for="ch" forName="text" refType="w" fact="0.1"/>
            </dgm:constrLst>
            <dgm:ruleLst/>
            <dgm:layoutNode name="background" styleLbl="node0" moveWith="text">
              <dgm:alg type="sp"/>
              <dgm:shape xmlns:r="http://schemas.openxmlformats.org/officeDocument/2006/relationships" type="roundRect" r:blip="">
                <dgm:adjLst>
                  <dgm:adj idx="1" val="0.1"/>
                </dgm:adjLst>
              </dgm:shape>
              <dgm:presOf/>
              <dgm:constrLst/>
              <dgm:ruleLst/>
            </dgm:layoutNode>
            <dgm:layoutNode name="text" styleLbl="fgAcc0">
              <dgm:varLst>
                <dgm:chPref val="3"/>
              </dgm:varLst>
              <dgm:alg type="tx"/>
              <dgm:shape xmlns:r="http://schemas.openxmlformats.org/officeDocument/2006/relationships" type="roundRect" r:blip="">
                <dgm:adjLst>
                  <dgm:adj idx="1" val="0.1"/>
                </dgm:adjLst>
              </dgm:shape>
              <dgm:presOf axis="self"/>
              <dgm:constrLst>
                <dgm:constr type="tMarg" refType="primFontSz" fact="0.3"/>
                <dgm:constr type="bMarg" refType="primFontSz" fact="0.3"/>
                <dgm:constr type="lMarg" refType="primFontSz" fact="0.3"/>
                <dgm:constr type="rMarg" refType="primFontSz" fact="0.3"/>
              </dgm:constrLst>
              <dgm:ruleLst>
                <dgm:rule type="primFontSz" val="5" fact="NaN" max="NaN"/>
              </dgm:ruleLst>
            </dgm:layoutNode>
          </dgm:layoutNode>
          <dgm:layoutNode name="hierChild2">
            <dgm:choose name="Name5">
              <dgm:if name="Name6" func="var" arg="dir" op="equ" val="norm">
                <dgm:alg type="hierChild">
                  <dgm:param type="linDir" val="fromL"/>
                </dgm:alg>
              </dgm:if>
              <dgm:else name="Name7">
                <dgm:alg type="hierChild">
                  <dgm:param type="linDir" val="fromR"/>
                </dgm:alg>
              </dgm:else>
            </dgm:choose>
            <dgm:shape xmlns:r="http://schemas.openxmlformats.org/officeDocument/2006/relationships" r:blip="">
              <dgm:adjLst/>
            </dgm:shape>
            <dgm:presOf/>
            <dgm:constrLst/>
            <dgm:ruleLst/>
            <dgm:forEach name="Name8" axis="ch">
              <dgm:forEach name="Name9" axis="self" ptType="parTrans" cnt="1">
                <dgm:layoutNode name="Name10">
                  <dgm:alg type="conn">
                    <dgm:param type="dim" val="1D"/>
                    <dgm:param type="endSty" val="noArr"/>
                    <dgm:param type="connRout" val="bend"/>
                    <dgm:param type="bendPt" val="end"/>
                    <dgm:param type="begPts" val="bCtr"/>
                    <dgm:param type="endPts" val="tCtr"/>
                    <dgm:param type="srcNode" val="background"/>
                    <dgm:param type="dstNode" val="background2"/>
                  </dgm:alg>
                  <dgm:shape xmlns:r="http://schemas.openxmlformats.org/officeDocument/2006/relationships" type="conn" r:blip="" zOrderOff="-999">
                    <dgm:adjLst/>
                  </dgm:shape>
                  <dgm:presOf axis="self"/>
                  <dgm:constrLst>
                    <dgm:constr type="begPad"/>
                    <dgm:constr type="endPad"/>
                  </dgm:constrLst>
                  <dgm:ruleLst/>
                </dgm:layoutNode>
              </dgm:forEach>
              <dgm:forEach name="Name11" axis="self" ptType="node">
                <dgm:layoutNode name="hierRoot2">
                  <dgm:alg type="hierRoot"/>
                  <dgm:shape xmlns:r="http://schemas.openxmlformats.org/officeDocument/2006/relationships" r:blip="">
                    <dgm:adjLst/>
                  </dgm:shape>
                  <dgm:presOf/>
                  <dgm:constrLst>
                    <dgm:constr type="bendDist" for="des" ptType="parTrans" refType="sp" fact="0.5"/>
                  </dgm:constrLst>
                  <dgm:ruleLst/>
                  <dgm:layoutNode name="composite2">
                    <dgm:alg type="composite"/>
                    <dgm:shape xmlns:r="http://schemas.openxmlformats.org/officeDocument/2006/relationships" r:blip="">
                      <dgm:adjLst/>
                    </dgm:shape>
                    <dgm:presOf/>
                    <dgm:constrLst>
                      <dgm:constr type="w" for="ch" forName="background2" refType="w" fact="0.9"/>
                      <dgm:constr type="h" for="ch" forName="background2" refType="w" refFor="ch" refForName="background2" fact="0.635"/>
                      <dgm:constr type="t" for="ch" forName="background2"/>
                      <dgm:constr type="l" for="ch" forName="background2"/>
                      <dgm:constr type="w" for="ch" forName="text2" refType="w" fact="0.9"/>
                      <dgm:constr type="h" for="ch" forName="text2" refType="w" refFor="ch" refForName="text2" fact="0.635"/>
                      <dgm:constr type="t" for="ch" forName="text2" refType="w" fact="0.095"/>
                      <dgm:constr type="l" for="ch" forName="text2" refType="w" fact="0.1"/>
                    </dgm:constrLst>
                    <dgm:ruleLst/>
                    <dgm:layoutNode name="background2" moveWith="text2">
                      <dgm:alg type="sp"/>
                      <dgm:shape xmlns:r="http://schemas.openxmlformats.org/officeDocument/2006/relationships" type="roundRect" r:blip="">
                        <dgm:adjLst>
                          <dgm:adj idx="1" val="0.1"/>
                        </dgm:adjLst>
                      </dgm:shape>
                      <dgm:presOf/>
                      <dgm:constrLst/>
                      <dgm:ruleLst/>
                    </dgm:layoutNode>
                    <dgm:layoutNode name="text2" styleLbl="fgAcc2">
                      <dgm:varLst>
                        <dgm:chPref val="3"/>
                      </dgm:varLst>
                      <dgm:alg type="tx"/>
                      <dgm:shape xmlns:r="http://schemas.openxmlformats.org/officeDocument/2006/relationships" type="roundRect" r:blip="">
                        <dgm:adjLst>
                          <dgm:adj idx="1" val="0.1"/>
                        </dgm:adjLst>
                      </dgm:shape>
                      <dgm:presOf axis="self"/>
                      <dgm:constrLst>
                        <dgm:constr type="tMarg" refType="primFontSz" fact="0.3"/>
                        <dgm:constr type="bMarg" refType="primFontSz" fact="0.3"/>
                        <dgm:constr type="lMarg" refType="primFontSz" fact="0.3"/>
                        <dgm:constr type="rMarg" refType="primFontSz" fact="0.3"/>
                      </dgm:constrLst>
                      <dgm:ruleLst>
                        <dgm:rule type="primFontSz" val="5" fact="NaN" max="NaN"/>
                      </dgm:ruleLst>
                    </dgm:layoutNode>
                  </dgm:layoutNode>
                  <dgm:layoutNode name="hierChild3">
                    <dgm:choose name="Name12">
                      <dgm:if name="Name13" func="var" arg="dir" op="equ" val="norm">
                        <dgm:alg type="hierChild">
                          <dgm:param type="linDir" val="fromL"/>
                        </dgm:alg>
                      </dgm:if>
                      <dgm:else name="Name14">
                        <dgm:alg type="hierChild">
                          <dgm:param type="linDir" val="fromR"/>
                        </dgm:alg>
                      </dgm:else>
                    </dgm:choose>
                    <dgm:shape xmlns:r="http://schemas.openxmlformats.org/officeDocument/2006/relationships" r:blip="">
                      <dgm:adjLst/>
                    </dgm:shape>
                    <dgm:presOf/>
                    <dgm:constrLst/>
                    <dgm:ruleLst/>
                    <dgm:forEach name="Name15" axis="ch">
                      <dgm:forEach name="Name16" axis="self" ptType="parTrans" cnt="1">
                        <dgm:layoutNode name="Name17">
                          <dgm:alg type="conn">
                            <dgm:param type="dim" val="1D"/>
                            <dgm:param type="endSty" val="noArr"/>
                            <dgm:param type="connRout" val="bend"/>
                            <dgm:param type="bendPt" val="end"/>
                            <dgm:param type="begPts" val="bCtr"/>
                            <dgm:param type="endPts" val="tCtr"/>
                            <dgm:param type="srcNode" val="background2"/>
                            <dgm:param type="dstNode" val="background3"/>
                          </dgm:alg>
                          <dgm:shape xmlns:r="http://schemas.openxmlformats.org/officeDocument/2006/relationships" type="conn" r:blip="" zOrderOff="-999">
                            <dgm:adjLst/>
                          </dgm:shape>
                          <dgm:presOf axis="self"/>
                          <dgm:constrLst>
                            <dgm:constr type="begPad"/>
                            <dgm:constr type="endPad"/>
                          </dgm:constrLst>
                          <dgm:ruleLst/>
                        </dgm:layoutNode>
                      </dgm:forEach>
                      <dgm:forEach name="Name18" axis="self" ptType="node">
                        <dgm:layoutNode name="hierRoot3">
                          <dgm:alg type="hierRoot"/>
                          <dgm:shape xmlns:r="http://schemas.openxmlformats.org/officeDocument/2006/relationships" r:blip="">
                            <dgm:adjLst/>
                          </dgm:shape>
                          <dgm:presOf/>
                          <dgm:constrLst>
                            <dgm:constr type="bendDist" for="des" ptType="parTrans" refType="sp" fact="0.5"/>
                          </dgm:constrLst>
                          <dgm:ruleLst/>
                          <dgm:layoutNode name="composite3">
                            <dgm:alg type="composite"/>
                            <dgm:shape xmlns:r="http://schemas.openxmlformats.org/officeDocument/2006/relationships" r:blip="">
                              <dgm:adjLst/>
                            </dgm:shape>
                            <dgm:presOf/>
                            <dgm:constrLst>
                              <dgm:constr type="w" for="ch" forName="background3" refType="w" fact="0.9"/>
                              <dgm:constr type="h" for="ch" forName="background3" refType="w" refFor="ch" refForName="background3" fact="0.635"/>
                              <dgm:constr type="t" for="ch" forName="background3"/>
                              <dgm:constr type="l" for="ch" forName="background3"/>
                              <dgm:constr type="w" for="ch" forName="text3" refType="w" fact="0.9"/>
                              <dgm:constr type="h" for="ch" forName="text3" refType="w" refFor="ch" refForName="text3" fact="0.635"/>
                              <dgm:constr type="t" for="ch" forName="text3" refType="w" fact="0.095"/>
                              <dgm:constr type="l" for="ch" forName="text3" refType="w" fact="0.1"/>
                            </dgm:constrLst>
                            <dgm:ruleLst/>
                            <dgm:layoutNode name="background3" moveWith="text3">
                              <dgm:alg type="sp"/>
                              <dgm:shape xmlns:r="http://schemas.openxmlformats.org/officeDocument/2006/relationships" type="roundRect" r:blip="">
                                <dgm:adjLst>
                                  <dgm:adj idx="1" val="0.1"/>
                                </dgm:adjLst>
                              </dgm:shape>
                              <dgm:presOf/>
                              <dgm:constrLst/>
                              <dgm:ruleLst/>
                            </dgm:layoutNode>
                            <dgm:layoutNode name="text3" styleLbl="fgAcc3">
                              <dgm:varLst>
                                <dgm:chPref val="3"/>
                              </dgm:varLst>
                              <dgm:alg type="tx"/>
                              <dgm:shape xmlns:r="http://schemas.openxmlformats.org/officeDocument/2006/relationships" type="roundRect" r:blip="">
                                <dgm:adjLst>
                                  <dgm:adj idx="1" val="0.1"/>
                                </dgm:adjLst>
                              </dgm:shape>
                              <dgm:presOf axis="self"/>
                              <dgm:constrLst>
                                <dgm:constr type="tMarg" refType="primFontSz" fact="0.3"/>
                                <dgm:constr type="bMarg" refType="primFontSz" fact="0.3"/>
                                <dgm:constr type="lMarg" refType="primFontSz" fact="0.3"/>
                                <dgm:constr type="rMarg" refType="primFontSz" fact="0.3"/>
                              </dgm:constrLst>
                              <dgm:ruleLst>
                                <dgm:rule type="primFontSz" val="5" fact="NaN" max="NaN"/>
                              </dgm:ruleLst>
                            </dgm:layoutNode>
                          </dgm:layoutNode>
                          <dgm:layoutNode name="hierChild4">
                            <dgm:choose name="Name19">
                              <dgm:if name="Name20" func="var" arg="dir" op="equ" val="norm">
                                <dgm:alg type="hierChild">
                                  <dgm:param type="linDir" val="fromL"/>
                                </dgm:alg>
                              </dgm:if>
                              <dgm:else name="Name21">
                                <dgm:alg type="hierChild">
                                  <dgm:param type="linDir" val="fromR"/>
                                </dgm:alg>
                              </dgm:else>
                            </dgm:choose>
                            <dgm:shape xmlns:r="http://schemas.openxmlformats.org/officeDocument/2006/relationships" r:blip="">
                              <dgm:adjLst/>
                            </dgm:shape>
                            <dgm:presOf/>
                            <dgm:constrLst/>
                            <dgm:ruleLst/>
                            <dgm:forEach name="repeat" axis="ch">
                              <dgm:forEach name="Name22" axis="self" ptType="parTrans" cnt="1">
                                <dgm:layoutNode name="Name23">
                                  <dgm:choose name="Name24">
                                    <dgm:if name="Name25" axis="self" func="depth" op="lte" val="4">
                                      <dgm:alg type="conn">
                                        <dgm:param type="dim" val="1D"/>
                                        <dgm:param type="endSty" val="noArr"/>
                                        <dgm:param type="connRout" val="bend"/>
                                        <dgm:param type="bendPt" val="end"/>
                                        <dgm:param type="begPts" val="bCtr"/>
                                        <dgm:param type="endPts" val="tCtr"/>
                                        <dgm:param type="srcNode" val="background3"/>
                                        <dgm:param type="dstNode" val="background4"/>
                                      </dgm:alg>
                                    </dgm:if>
                                    <dgm:else name="Name26">
                                      <dgm:alg type="conn">
                                        <dgm:param type="dim" val="1D"/>
                                        <dgm:param type="endSty" val="noArr"/>
                                        <dgm:param type="connRout" val="bend"/>
                                        <dgm:param type="bendPt" val="end"/>
                                        <dgm:param type="begPts" val="bCtr"/>
                                        <dgm:param type="endPts" val="tCtr"/>
                                        <dgm:param type="srcNode" val="background4"/>
                                        <dgm:param type="dstNode" val="background4"/>
                                      </dgm:alg>
                                    </dgm:else>
                                  </dgm:choose>
                                  <dgm:shape xmlns:r="http://schemas.openxmlformats.org/officeDocument/2006/relationships" type="conn" r:blip="" zOrderOff="-999">
                                    <dgm:adjLst/>
                                  </dgm:shape>
                                  <dgm:presOf axis="self"/>
                                  <dgm:constrLst>
                                    <dgm:constr type="begPad"/>
                                    <dgm:constr type="endPad"/>
                                  </dgm:constrLst>
                                  <dgm:ruleLst/>
                                </dgm:layoutNode>
                              </dgm:forEach>
                              <dgm:forEach name="Name27" axis="self" ptType="node">
                                <dgm:layoutNode name="hierRoot4">
                                  <dgm:alg type="hierRoot"/>
                                  <dgm:shape xmlns:r="http://schemas.openxmlformats.org/officeDocument/2006/relationships" r:blip="">
                                    <dgm:adjLst/>
                                  </dgm:shape>
                                  <dgm:presOf/>
                                  <dgm:constrLst>
                                    <dgm:constr type="bendDist" for="des" ptType="parTrans" refType="sp" fact="0.5"/>
                                  </dgm:constrLst>
                                  <dgm:ruleLst/>
                                  <dgm:layoutNode name="composite4">
                                    <dgm:alg type="composite"/>
                                    <dgm:shape xmlns:r="http://schemas.openxmlformats.org/officeDocument/2006/relationships" r:blip="">
                                      <dgm:adjLst/>
                                    </dgm:shape>
                                    <dgm:presOf/>
                                    <dgm:constrLst>
                                      <dgm:constr type="w" for="ch" forName="background4" refType="w" fact="0.9"/>
                                      <dgm:constr type="h" for="ch" forName="background4" refType="w" refFor="ch" refForName="background4" fact="0.635"/>
                                      <dgm:constr type="t" for="ch" forName="background4"/>
                                      <dgm:constr type="l" for="ch" forName="background4"/>
                                      <dgm:constr type="w" for="ch" forName="text4" refType="w" fact="0.9"/>
                                      <dgm:constr type="h" for="ch" forName="text4" refType="w" refFor="ch" refForName="text4" fact="0.635"/>
                                      <dgm:constr type="t" for="ch" forName="text4" refType="w" fact="0.095"/>
                                      <dgm:constr type="l" for="ch" forName="text4" refType="w" fact="0.1"/>
                                    </dgm:constrLst>
                                    <dgm:ruleLst/>
                                    <dgm:layoutNode name="background4" moveWith="text4">
                                      <dgm:alg type="sp"/>
                                      <dgm:shape xmlns:r="http://schemas.openxmlformats.org/officeDocument/2006/relationships" type="roundRect" r:blip="">
                                        <dgm:adjLst>
                                          <dgm:adj idx="1" val="0.1"/>
                                        </dgm:adjLst>
                                      </dgm:shape>
                                      <dgm:presOf/>
                                      <dgm:constrLst/>
                                      <dgm:ruleLst/>
                                    </dgm:layoutNode>
                                    <dgm:layoutNode name="text4" styleLbl="fgAcc4">
                                      <dgm:varLst>
                                        <dgm:chPref val="3"/>
                                      </dgm:varLst>
                                      <dgm:alg type="tx"/>
                                      <dgm:shape xmlns:r="http://schemas.openxmlformats.org/officeDocument/2006/relationships" type="roundRect" r:blip="">
                                        <dgm:adjLst>
                                          <dgm:adj idx="1" val="0.1"/>
                                        </dgm:adjLst>
                                      </dgm:shape>
                                      <dgm:presOf axis="self"/>
                                      <dgm:constrLst>
                                        <dgm:constr type="tMarg" refType="primFontSz" fact="0.3"/>
                                        <dgm:constr type="bMarg" refType="primFontSz" fact="0.3"/>
                                        <dgm:constr type="lMarg" refType="primFontSz" fact="0.3"/>
                                        <dgm:constr type="rMarg" refType="primFontSz" fact="0.3"/>
                                      </dgm:constrLst>
                                      <dgm:ruleLst>
                                        <dgm:rule type="primFontSz" val="5" fact="NaN" max="NaN"/>
                                      </dgm:ruleLst>
                                    </dgm:layoutNode>
                                  </dgm:layoutNode>
                                  <dgm:layoutNode name="hierChild5">
                                    <dgm:choose name="Name28">
                                      <dgm:if name="Name29" func="var" arg="dir" op="equ" val="norm">
                                        <dgm:alg type="hierChild">
                                          <dgm:param type="linDir" val="fromL"/>
                                        </dgm:alg>
                                      </dgm:if>
                                      <dgm:else name="Name30">
                                        <dgm:alg type="hierChild">
                                          <dgm:param type="linDir" val="fromR"/>
                                        </dgm:alg>
                                      </dgm:else>
                                    </dgm:choose>
                                    <dgm:shape xmlns:r="http://schemas.openxmlformats.org/officeDocument/2006/relationships" r:blip="">
                                      <dgm:adjLst/>
                                    </dgm:shape>
                                    <dgm:presOf/>
                                    <dgm:constrLst/>
                                    <dgm:ruleLst/>
                                    <dgm:forEach name="Name31" ref="repeat"/>
                                  </dgm:layoutNode>
                                </dgm:layoutNode>
                              </dgm:forEach>
                            </dgm:forEach>
                          </dgm:layoutNode>
                        </dgm:layoutNode>
                      </dgm:forEach>
                    </dgm:forEach>
                  </dgm:layoutNode>
                </dgm:layoutNode>
              </dgm:forEach>
            </dgm:forEach>
          </dgm:layoutNode>
        </dgm:layoutNode>
      </dgm:forEach>
    </dgm:forEach>
  </dgm:layoutNode>
</dgm:layoutDef>
</file>

<file path=ppt/diagrams/layout2.xml><?xml version="1.0" encoding="utf-8"?>
<dgm:layoutDef xmlns:dgm="http://schemas.openxmlformats.org/drawingml/2006/diagram" xmlns:a="http://schemas.openxmlformats.org/drawingml/2006/main" uniqueId="urn:microsoft.com/office/officeart/2018/2/layout/IconVerticalSolidList">
  <dgm:title val="Icon Vertical Solid List"/>
  <dgm:desc val="Use to show a series of visuals from top to bottom with Level 1 or Level 1 and Level 2 text grouped in a shape. Works best with icons or small pictures with lengthier descriptions."/>
  <dgm:catLst>
    <dgm:cat type="icon" pri="500"/>
  </dgm:catLst>
  <dgm:sampData useDef="1">
    <dgm:dataModel>
      <dgm:ptLst/>
      <dgm:bg/>
      <dgm:whole/>
    </dgm:dataModel>
  </dgm:sampData>
  <dgm:styleData useDef="1">
    <dgm:dataModel>
      <dgm:ptLst/>
      <dgm:bg/>
      <dgm:whole/>
    </dgm:dataModel>
  </dgm:styleData>
  <dgm:clrData useDef="1">
    <dgm:dataModel>
      <dgm:ptLst/>
      <dgm:bg/>
      <dgm:whole/>
    </dgm:dataModel>
  </dgm:clrData>
  <dgm:layoutNode name="root">
    <dgm:varLst>
      <dgm:dir/>
      <dgm:resizeHandles val="exact"/>
    </dgm:varLst>
    <dgm:choose name="Name0">
      <dgm:if name="Name1" axis="self" func="var" arg="dir" op="equ" val="norm">
        <dgm:alg type="lin">
          <dgm:param type="linDir" val="fromT"/>
          <dgm:param type="nodeHorzAlign" val="l"/>
        </dgm:alg>
      </dgm:if>
      <dgm:else name="Name2">
        <dgm:alg type="lin">
          <dgm:param type="linDir" val="fromT"/>
          <dgm:param type="nodeHorzAlign" val="r"/>
        </dgm:alg>
      </dgm:else>
    </dgm:choose>
    <dgm:shape xmlns:r="http://schemas.openxmlformats.org/officeDocument/2006/relationships" r:blip="">
      <dgm:adjLst/>
    </dgm:shape>
    <dgm:presOf/>
    <dgm:choose name="Name3">
      <dgm:if name="Name4" axis="ch" ptType="node" func="cnt" op="lte" val="3">
        <dgm:constrLst>
          <dgm:constr type="h" for="ch" forName="compNode" refType="h" fact="0.3"/>
          <dgm:constr type="w" for="ch" forName="compNode" refType="w"/>
          <dgm:constr type="h" for="ch" forName="sibTrans" refType="h" refFor="ch" refForName="compNode" fact="0.25"/>
          <dgm:constr type="primFontSz" for="des" forName="parTx" val="25"/>
          <dgm:constr type="primFontSz" for="des" forName="desTx" refType="primFontSz" refFor="des" refForName="parTx" op="lte" fact="0.75"/>
          <dgm:constr type="h" for="des" forName="compNode" op="equ"/>
          <dgm:constr type="h" for="des" forName="bgRect" op="equ"/>
          <dgm:constr type="h" for="des" forName="iconRect" op="equ"/>
          <dgm:constr type="w" for="des" forName="iconRect" op="equ"/>
          <dgm:constr type="h" for="des" forName="spaceRect" op="equ"/>
          <dgm:constr type="h" for="des" forName="parTx" op="equ"/>
          <dgm:constr type="h" for="des" forName="desTx" op="equ"/>
        </dgm:constrLst>
      </dgm:if>
      <dgm:if name="Name5" axis="ch" ptType="node" func="cnt" op="lte" val="4">
        <dgm:constrLst>
          <dgm:constr type="h" for="ch" forName="compNode" refType="h" fact="0.3"/>
          <dgm:constr type="w" for="ch" forName="compNode" refType="w"/>
          <dgm:constr type="h" for="ch" forName="sibTrans" refType="h" refFor="ch" refForName="compNode" fact="0.25"/>
          <dgm:constr type="primFontSz" for="des" forName="parTx" val="22"/>
          <dgm:constr type="primFontSz" for="des" forName="desTx" refType="primFontSz" refFor="des" refForName="parTx" op="lte" fact="0.75"/>
          <dgm:constr type="h" for="des" forName="compNode" op="equ"/>
          <dgm:constr type="h" for="des" forName="bgRect" op="equ"/>
          <dgm:constr type="h" for="des" forName="iconRect" op="equ"/>
          <dgm:constr type="w" for="des" forName="iconRect" op="equ"/>
          <dgm:constr type="h" for="des" forName="spaceRect" op="equ"/>
          <dgm:constr type="h" for="des" forName="parTx" op="equ"/>
          <dgm:constr type="h" for="des" forName="desTx" op="equ"/>
        </dgm:constrLst>
      </dgm:if>
      <dgm:if name="Name6" axis="ch" ptType="node" func="cnt" op="lte" val="6">
        <dgm:constrLst>
          <dgm:constr type="h" for="ch" forName="compNode" refType="h" fact="0.3"/>
          <dgm:constr type="w" for="ch" forName="compNode" refType="w"/>
          <dgm:constr type="h" for="ch" forName="sibTrans" refType="h" refFor="ch" refForName="compNode" fact="0.25"/>
          <dgm:constr type="primFontSz" for="des" forName="parTx" val="19"/>
          <dgm:constr type="primFontSz" for="des" forName="desTx" refType="primFontSz" refFor="des" refForName="parTx" op="lte" fact="0.75"/>
          <dgm:constr type="h" for="des" forName="compNode" op="equ"/>
          <dgm:constr type="h" for="des" forName="bgRect" op="equ"/>
          <dgm:constr type="h" for="des" forName="iconRect" op="equ"/>
          <dgm:constr type="w" for="des" forName="iconRect" op="equ"/>
          <dgm:constr type="h" for="des" forName="spaceRect" op="equ"/>
          <dgm:constr type="h" for="des" forName="parTx" op="equ"/>
          <dgm:constr type="h" for="des" forName="desTx" op="equ"/>
        </dgm:constrLst>
      </dgm:if>
      <dgm:else name="Name7">
        <dgm:constrLst>
          <dgm:constr type="h" for="ch" forName="compNode" refType="h" fact="0.3"/>
          <dgm:constr type="w" for="ch" forName="compNode" refType="w"/>
          <dgm:constr type="h" for="ch" forName="sibTrans" refType="h" refFor="ch" refForName="compNode" fact="0.25"/>
          <dgm:constr type="primFontSz" for="des" forName="parTx" val="16"/>
          <dgm:constr type="primFontSz" for="des" forName="desTx" refType="primFontSz" refFor="des" refForName="parTx" op="lte" fact="0.75"/>
          <dgm:constr type="h" for="des" forName="compNode" op="equ"/>
          <dgm:constr type="h" for="des" forName="bgRect" op="equ"/>
          <dgm:constr type="h" for="des" forName="iconRect" op="equ"/>
          <dgm:constr type="w" for="des" forName="iconRect" op="equ"/>
          <dgm:constr type="h" for="des" forName="spaceRect" op="equ"/>
          <dgm:constr type="h" for="des" forName="parTx" op="equ"/>
          <dgm:constr type="h" for="des" forName="desTx" op="equ"/>
        </dgm:constrLst>
      </dgm:else>
    </dgm:choose>
    <dgm:ruleLst>
      <dgm:rule type="h" for="ch" forName="compNode" val="0" fact="NaN" max="NaN"/>
    </dgm:ruleLst>
    <dgm:forEach name="Name8" axis="ch" ptType="node">
      <dgm:layoutNode name="compNode">
        <dgm:alg type="composite"/>
        <dgm:shape xmlns:r="http://schemas.openxmlformats.org/officeDocument/2006/relationships" r:blip="">
          <dgm:adjLst/>
        </dgm:shape>
        <dgm:presOf axis="self"/>
        <dgm:choose name="Name9">
          <dgm:if name="Name10" axis="ch" ptType="node" func="cnt" op="gte" val="1">
            <dgm:constrLst>
              <dgm:constr type="w" for="ch" forName="bgRect" refType="w"/>
              <dgm:constr type="h" for="ch" forName="bgRect" refType="h"/>
              <dgm:constr type="l" for="ch" forName="bgRect"/>
              <dgm:constr type="t" for="ch" forName="bgRect"/>
              <dgm:constr type="h" for="ch" forName="iconRect" refType="h" fact="0.55"/>
              <dgm:constr type="w" for="ch" forName="iconRect" refType="h" refFor="ch" refForName="iconRect"/>
              <dgm:constr type="l" for="ch" forName="iconRect" refType="h" refFor="ch" refForName="iconRect" fact="0.55"/>
              <dgm:constr type="ctrY" for="ch" forName="iconRect" refType="ctrY" refFor="ch" refForName="bgRect"/>
              <dgm:constr type="w" for="ch" forName="spaceRect" refType="l" refFor="ch" refForName="iconRect"/>
              <dgm:constr type="h" for="ch" forName="spaceRect" refType="h"/>
              <dgm:constr type="l" for="ch" forName="spaceRect" refType="r" refFor="ch" refForName="iconRect"/>
              <dgm:constr type="t" for="ch" forName="spaceRect"/>
              <dgm:constr type="w" for="ch" forName="parTx" refType="w" fact="0.45"/>
              <dgm:constr type="h" for="ch" forName="parTx" refType="h"/>
              <dgm:constr type="l" for="ch" forName="parTx" refType="r" refFor="ch" refForName="spaceRect"/>
              <dgm:constr type="t" for="ch" forName="parTx"/>
              <dgm:constr type="h" for="ch" forName="desTx" refType="h"/>
              <dgm:constr type="l" for="ch" forName="desTx" refType="r" refFor="ch" refForName="parTx"/>
              <dgm:constr type="t" for="ch" forName="desTx"/>
            </dgm:constrLst>
          </dgm:if>
          <dgm:else name="Name11">
            <dgm:constrLst>
              <dgm:constr type="w" for="ch" forName="bgRect" refType="w"/>
              <dgm:constr type="h" for="ch" forName="bgRect" refType="h"/>
              <dgm:constr type="l" for="ch" forName="bgRect"/>
              <dgm:constr type="t" for="ch" forName="bgRect"/>
              <dgm:constr type="h" for="ch" forName="iconRect" refType="h" fact="0.55"/>
              <dgm:constr type="w" for="ch" forName="iconRect" refType="h" refFor="ch" refForName="iconRect"/>
              <dgm:constr type="l" for="ch" forName="iconRect" refType="h" refFor="ch" refForName="iconRect" fact="0.55"/>
              <dgm:constr type="ctrY" for="ch" forName="iconRect" refType="ctrY" refFor="ch" refForName="bgRect"/>
              <dgm:constr type="w" for="ch" forName="spaceRect" refType="l" refFor="ch" refForName="iconRect"/>
              <dgm:constr type="h" for="ch" forName="spaceRect" refType="h"/>
              <dgm:constr type="l" for="ch" forName="spaceRect" refType="r" refFor="ch" refForName="iconRect"/>
              <dgm:constr type="t" for="ch" forName="spaceRect"/>
              <dgm:constr type="h" for="ch" forName="parTx" refType="h"/>
              <dgm:constr type="l" for="ch" forName="parTx" refType="r" refFor="ch" refForName="spaceRect"/>
              <dgm:constr type="t" for="ch" forName="parTx"/>
            </dgm:constrLst>
          </dgm:else>
        </dgm:choose>
        <dgm:ruleLst>
          <dgm:rule type="h" val="INF" fact="NaN" max="NaN"/>
        </dgm:ruleLst>
        <dgm:layoutNode name="bgRect" styleLbl="bgShp">
          <dgm:alg type="sp"/>
          <dgm:shape xmlns:r="http://schemas.openxmlformats.org/officeDocument/2006/relationships" type="roundRect" r:blip="">
            <dgm:adjLst>
              <dgm:adj idx="1" val="0.1"/>
            </dgm:adjLst>
          </dgm:shape>
          <dgm:presOf/>
          <dgm:constrLst/>
          <dgm:ruleLst/>
        </dgm:layoutNode>
        <dgm:layoutNode name="iconRect" styleLbl="node1">
          <dgm:alg type="sp"/>
          <dgm:shape xmlns:r="http://schemas.openxmlformats.org/officeDocument/2006/relationships" type="rect" r:blip="" blipPhldr="1">
            <dgm:adjLst/>
          </dgm:shape>
          <dgm:presOf/>
          <dgm:constrLst/>
          <dgm:ruleLst/>
        </dgm:layoutNode>
        <dgm:layoutNode name="spaceRect">
          <dgm:alg type="sp"/>
          <dgm:shape xmlns:r="http://schemas.openxmlformats.org/officeDocument/2006/relationships" r:blip="">
            <dgm:adjLst/>
          </dgm:shape>
          <dgm:presOf/>
          <dgm:constrLst/>
          <dgm:ruleLst/>
        </dgm:layoutNode>
        <dgm:layoutNode name="parTx" styleLbl="revTx">
          <dgm:varLst>
            <dgm:chMax val="0"/>
            <dgm:chPref val="0"/>
          </dgm:varLst>
          <dgm:alg type="tx">
            <dgm:param type="txAnchorVert" val="mid"/>
            <dgm:param type="parTxLTRAlign" val="l"/>
            <dgm:param type="shpTxLTRAlignCh" val="l"/>
            <dgm:param type="parTxRTLAlign" val="r"/>
            <dgm:param type="shpTxRTLAlignCh" val="r"/>
          </dgm:alg>
          <dgm:shape xmlns:r="http://schemas.openxmlformats.org/officeDocument/2006/relationships" type="rect" r:blip="">
            <dgm:adjLst/>
          </dgm:shape>
          <dgm:presOf axis="self" ptType="node"/>
          <dgm:constrLst>
            <dgm:constr type="lMarg" refType="h" fact="0.3"/>
            <dgm:constr type="rMarg" refType="h" fact="0.3"/>
            <dgm:constr type="tMarg" refType="h" fact="0.3"/>
            <dgm:constr type="bMarg" refType="h" fact="0.3"/>
          </dgm:constrLst>
          <dgm:ruleLst>
            <dgm:rule type="primFontSz" val="14" fact="NaN" max="NaN"/>
            <dgm:rule type="h" val="INF" fact="NaN" max="NaN"/>
          </dgm:ruleLst>
        </dgm:layoutNode>
        <dgm:choose name="Name12">
          <dgm:if name="Name13" axis="ch" ptType="node" func="cnt" op="gte" val="1">
            <dgm:layoutNode name="desTx" styleLbl="revTx">
              <dgm:varLst/>
              <dgm:alg type="tx">
                <dgm:param type="txAnchorVertCh" val="mid"/>
                <dgm:param type="parTxLTRAlign" val="l"/>
                <dgm:param type="shpTxLTRAlignCh" val="l"/>
                <dgm:param type="parTxRTLAlign" val="r"/>
                <dgm:param type="shpTxRTLAlignCh" val="r"/>
                <dgm:param type="stBulletLvl" val="0"/>
              </dgm:alg>
              <dgm:shape xmlns:r="http://schemas.openxmlformats.org/officeDocument/2006/relationships" type="rect" r:blip="">
                <dgm:adjLst/>
              </dgm:shape>
              <dgm:presOf axis="des" ptType="node"/>
              <dgm:constrLst>
                <dgm:constr type="primFontSz" val="18"/>
                <dgm:constr type="secFontSz" refType="primFontSz"/>
                <dgm:constr type="lMarg" refType="h" fact="0.3"/>
                <dgm:constr type="rMarg" refType="h" fact="0.3"/>
                <dgm:constr type="tMarg" refType="h" fact="0.3"/>
                <dgm:constr type="bMarg" refType="h" fact="0.3"/>
              </dgm:constrLst>
              <dgm:ruleLst>
                <dgm:rule type="primFontSz" val="11" fact="NaN" max="NaN"/>
              </dgm:ruleLst>
            </dgm:layoutNode>
          </dgm:if>
          <dgm:else name="Name14"/>
        </dgm:choose>
      </dgm:layoutNode>
      <dgm:forEach name="Name15" axis="followSib" ptType="sibTrans" cnt="1">
        <dgm:layoutNode name="sibTrans">
          <dgm:alg type="sp"/>
          <dgm:shape xmlns:r="http://schemas.openxmlformats.org/officeDocument/2006/relationships" r:blip="">
            <dgm:adjLst/>
          </dgm:shape>
          <dgm:presOf axis="self"/>
          <dgm:constrLst/>
          <dgm:ruleLst/>
        </dgm:layoutNode>
      </dgm:forEach>
    </dgm:forEach>
  </dgm:layoutNode>
  <dgm:extLst>
    <a:ext uri="{68A01E43-0DF5-4B5B-8FA6-DAF915123BFB}">
      <dgm1612:lstStyle xmlns:dgm1612="http://schemas.microsoft.com/office/drawing/2016/12/diagram">
        <a:lvl1pPr>
          <a:lnSpc>
            <a:spcPct val="100000"/>
          </a:lnSpc>
        </a:lvl1pPr>
        <a:lvl2pPr>
          <a:lnSpc>
            <a:spcPct val="100000"/>
          </a:lnSpc>
        </a:lvl2pPr>
      </dgm1612:lstStyle>
    </a:ext>
  </dgm:extLst>
</dgm:layoutDef>
</file>

<file path=ppt/diagrams/layout3.xml><?xml version="1.0" encoding="utf-8"?>
<dgm:layoutDef xmlns:dgm="http://schemas.openxmlformats.org/drawingml/2006/diagram" xmlns:a="http://schemas.openxmlformats.org/drawingml/2006/main" uniqueId="urn:microsoft.com/office/officeart/2018/5/layout/CenteredIconLabelDescriptionList">
  <dgm:title val="Centered Icon Label Description List"/>
  <dgm:desc val="Use to show non-sequential or grouped chunks of information. The placeholder holds an icon or small picture, and corresponding text boxes show Level 1 and Level 2 text respectively. Works well for minimal Level 1 text accompanied by lengthier Level two text."/>
  <dgm:catLst>
    <dgm:cat type="icon" pri="500"/>
  </dgm:catLst>
  <dgm:sampData useDef="1">
    <dgm:dataModel>
      <dgm:ptLst/>
      <dgm:bg/>
      <dgm:whole/>
    </dgm:dataModel>
  </dgm:sampData>
  <dgm:styleData useDef="1">
    <dgm:dataModel>
      <dgm:ptLst/>
      <dgm:bg/>
      <dgm:whole/>
    </dgm:dataModel>
  </dgm:styleData>
  <dgm:clrData useDef="1">
    <dgm:dataModel>
      <dgm:ptLst/>
      <dgm:bg/>
      <dgm:whole/>
    </dgm:dataModel>
  </dgm:clrData>
  <dgm:layoutNode name="root">
    <dgm:varLst>
      <dgm:dir/>
      <dgm:resizeHandles val="exact"/>
    </dgm:varLst>
    <dgm:choose name="Name0">
      <dgm:if name="Name1" axis="self" func="var" arg="dir" op="equ" val="norm">
        <dgm:alg type="lin"/>
      </dgm:if>
      <dgm:else name="Name2">
        <dgm:alg type="lin">
          <dgm:param type="linDir" val="fromR"/>
        </dgm:alg>
      </dgm:else>
    </dgm:choose>
    <dgm:shape xmlns:r="http://schemas.openxmlformats.org/officeDocument/2006/relationships" r:blip="">
      <dgm:adjLst/>
    </dgm:shape>
    <dgm:presOf/>
    <dgm:constrLst>
      <dgm:constr type="h" for="ch" forName="compNode" refType="h" fact="0.45"/>
      <dgm:constr type="w" for="ch" forName="compNode" val="120"/>
      <dgm:constr type="w" for="ch" forName="sibTrans" refType="w" refFor="ch" refForName="compNode" fact="0.175"/>
      <dgm:constr type="primFontSz" for="des" forName="parTx" val="36"/>
      <dgm:constr type="primFontSz" for="des" forName="desTx" refType="primFontSz" refFor="des" refForName="parTx" op="lte" fact="0.75"/>
      <dgm:constr type="h" for="des" forName="compNode" op="equ"/>
      <dgm:constr type="h" for="des" forName="iconRect" op="equ"/>
      <dgm:constr type="w" for="des" forName="iconRect" op="equ"/>
      <dgm:constr type="h" for="des" forName="iconSpace" op="equ"/>
      <dgm:constr type="h" for="des" forName="parTx" op="equ"/>
      <dgm:constr type="h" for="des" forName="txSpace" op="equ"/>
      <dgm:constr type="h" for="des" forName="desTx" op="equ"/>
    </dgm:constrLst>
    <dgm:ruleLst>
      <dgm:rule type="w" for="ch" forName="compNode" val="0" fact="NaN" max="NaN"/>
    </dgm:ruleLst>
    <dgm:forEach name="Name3" axis="ch" ptType="node">
      <dgm:layoutNode name="compNode">
        <dgm:alg type="composite"/>
        <dgm:shape xmlns:r="http://schemas.openxmlformats.org/officeDocument/2006/relationships" r:blip="">
          <dgm:adjLst/>
        </dgm:shape>
        <dgm:presOf axis="self"/>
        <dgm:constrLst>
          <dgm:constr type="w" for="ch" forName="iconRect" refType="w" fact="0.35"/>
          <dgm:constr type="h" for="ch" forName="iconRect" refType="w" refFor="ch" refForName="iconRect"/>
          <dgm:constr type="ctrX" for="ch" forName="iconRect" refType="w" fact="0.5"/>
          <dgm:constr type="t" for="ch" forName="iconRect"/>
          <dgm:constr type="w" for="ch" forName="iconSpace" refType="w"/>
          <dgm:constr type="h" for="ch" forName="iconSpace" refType="h" fact="0.043"/>
          <dgm:constr type="l" for="ch" forName="iconSpace"/>
          <dgm:constr type="t" for="ch" forName="iconSpace" refType="b" refFor="ch" refForName="iconRect"/>
          <dgm:constr type="w" for="ch" forName="parTx" refType="w"/>
          <dgm:constr type="h" for="ch" forName="parTx" refType="w" fact="0.15"/>
          <dgm:constr type="l" for="ch" forName="parTx"/>
          <dgm:constr type="t" for="ch" forName="parTx" refType="b" refFor="ch" refForName="iconSpace"/>
          <dgm:constr type="h" for="ch" forName="txSpace" refType="h" fact="0.02"/>
          <dgm:constr type="w" for="ch" forName="txSpace" refType="w"/>
          <dgm:constr type="l" for="ch" forName="txSpace"/>
          <dgm:constr type="t" for="ch" forName="txSpace" refType="b" refFor="ch" refForName="parTx"/>
          <dgm:constr type="w" for="ch" forName="desTx" refType="w"/>
          <dgm:constr type="l" for="ch" forName="desTx"/>
          <dgm:constr type="t" for="ch" forName="desTx" refType="b" refFor="ch" refForName="txSpace"/>
        </dgm:constrLst>
        <dgm:ruleLst>
          <dgm:rule type="h" val="INF" fact="NaN" max="NaN"/>
        </dgm:ruleLst>
        <dgm:layoutNode name="iconRect" styleLbl="node1">
          <dgm:alg type="sp"/>
          <dgm:shape xmlns:r="http://schemas.openxmlformats.org/officeDocument/2006/relationships" type="rect" r:blip="" blipPhldr="1">
            <dgm:adjLst/>
          </dgm:shape>
          <dgm:presOf/>
          <dgm:constrLst/>
          <dgm:ruleLst/>
        </dgm:layoutNode>
        <dgm:layoutNode name="iconSpace">
          <dgm:alg type="sp"/>
          <dgm:shape xmlns:r="http://schemas.openxmlformats.org/officeDocument/2006/relationships" r:blip="">
            <dgm:adjLst/>
          </dgm:shape>
          <dgm:presOf/>
          <dgm:constrLst/>
          <dgm:ruleLst/>
        </dgm:layoutNode>
        <dgm:layoutNode name="parTx" styleLbl="revTx">
          <dgm:varLst>
            <dgm:chMax val="0"/>
            <dgm:chPref val="0"/>
          </dgm:varLst>
          <dgm:alg type="tx">
            <dgm:param type="txAnchorVert" val="t"/>
          </dgm:alg>
          <dgm:shape xmlns:r="http://schemas.openxmlformats.org/officeDocument/2006/relationships" type="rect" r:blip="">
            <dgm:adjLst/>
          </dgm:shape>
          <dgm:presOf axis="self" ptType="node"/>
          <dgm:constrLst>
            <dgm:constr type="lMarg"/>
            <dgm:constr type="rMarg"/>
            <dgm:constr type="tMarg"/>
            <dgm:constr type="bMarg"/>
          </dgm:constrLst>
          <dgm:ruleLst>
            <dgm:rule type="primFontSz" val="14" fact="NaN" max="NaN"/>
            <dgm:rule type="h" val="INF" fact="NaN" max="NaN"/>
          </dgm:ruleLst>
        </dgm:layoutNode>
        <dgm:layoutNode name="txSpace">
          <dgm:alg type="sp"/>
          <dgm:shape xmlns:r="http://schemas.openxmlformats.org/officeDocument/2006/relationships" r:blip="">
            <dgm:adjLst/>
          </dgm:shape>
          <dgm:presOf/>
          <dgm:constrLst/>
          <dgm:ruleLst/>
        </dgm:layoutNode>
        <dgm:layoutNode name="desTx" styleLbl="revTx">
          <dgm:varLst/>
          <dgm:alg type="tx">
            <dgm:param type="stBulletLvl" val="0"/>
            <dgm:param type="txAnchorVert" val="t"/>
          </dgm:alg>
          <dgm:shape xmlns:r="http://schemas.openxmlformats.org/officeDocument/2006/relationships" type="rect" r:blip="">
            <dgm:adjLst/>
          </dgm:shape>
          <dgm:presOf axis="des" ptType="node"/>
          <dgm:constrLst>
            <dgm:constr type="secFontSz" refType="primFontSz"/>
            <dgm:constr type="lMarg"/>
            <dgm:constr type="rMarg"/>
            <dgm:constr type="tMarg"/>
            <dgm:constr type="bMarg"/>
          </dgm:constrLst>
          <dgm:ruleLst>
            <dgm:rule type="primFontSz" val="NaN" fact="NaN" max="17"/>
            <dgm:rule type="h" val="INF" fact="NaN" max="NaN"/>
          </dgm:ruleLst>
        </dgm:layoutNode>
      </dgm:layoutNode>
      <dgm:forEach name="Name4" axis="followSib" ptType="sibTrans" cnt="1">
        <dgm:layoutNode name="sibTrans">
          <dgm:alg type="sp"/>
          <dgm:shape xmlns:r="http://schemas.openxmlformats.org/officeDocument/2006/relationships" r:blip="">
            <dgm:adjLst/>
          </dgm:shape>
          <dgm:presOf axis="self"/>
          <dgm:constrLst/>
          <dgm:ruleLst/>
        </dgm:layoutNode>
      </dgm:forEach>
    </dgm:forEach>
  </dgm:layoutNode>
  <dgm:extLst>
    <a:ext uri="{68A01E43-0DF5-4B5B-8FA6-DAF915123BFB}">
      <dgm1612:lstStyle xmlns:dgm1612="http://schemas.microsoft.com/office/drawing/2016/12/diagram">
        <a:lvl1pPr>
          <a:lnSpc>
            <a:spcPct val="100000"/>
          </a:lnSpc>
          <a:defRPr b="1"/>
        </a:lvl1pPr>
        <a:lvl2pPr>
          <a:lnSpc>
            <a:spcPct val="100000"/>
          </a:lnSpc>
        </a:lvl2pPr>
      </dgm1612:lstStyle>
    </a:ext>
  </dgm:extLst>
</dgm:layoutDef>
</file>

<file path=ppt/diagrams/quickStyle1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2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3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slideLayouts/_rels/slideLayout1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7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Picture 6" descr="C0-HD-BTM.pn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4375150"/>
            <a:ext cx="12192000" cy="2482850"/>
          </a:xfrm>
          <a:prstGeom prst="rect">
            <a:avLst/>
          </a:prstGeom>
        </p:spPr>
      </p:pic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371600" y="1803405"/>
            <a:ext cx="9448800" cy="1825096"/>
          </a:xfrm>
        </p:spPr>
        <p:txBody>
          <a:bodyPr anchor="b">
            <a:normAutofit/>
          </a:bodyPr>
          <a:lstStyle>
            <a:lvl1pPr algn="l">
              <a:defRPr sz="60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632201"/>
            <a:ext cx="9448800" cy="685800"/>
          </a:xfrm>
        </p:spPr>
        <p:txBody>
          <a:bodyPr>
            <a:normAutofit/>
          </a:bodyPr>
          <a:lstStyle>
            <a:lvl1pPr marL="0" indent="0" algn="l">
              <a:buNone/>
              <a:defRPr sz="20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>
          <a:xfrm>
            <a:off x="7909561" y="4314328"/>
            <a:ext cx="2910840" cy="374642"/>
          </a:xfrm>
        </p:spPr>
        <p:txBody>
          <a:bodyPr/>
          <a:lstStyle/>
          <a:p>
            <a:fld id="{1E4130FF-60BC-4C0C-AEE3-7285F2A694C4}" type="datetimeFigureOut">
              <a:rPr lang="nb-NO" smtClean="0"/>
              <a:t>19.09.2025</a:t>
            </a:fld>
            <a:endParaRPr lang="nb-NO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>
          <a:xfrm>
            <a:off x="1371600" y="4323845"/>
            <a:ext cx="6400800" cy="365125"/>
          </a:xfrm>
        </p:spPr>
        <p:txBody>
          <a:bodyPr/>
          <a:lstStyle/>
          <a:p>
            <a:endParaRPr lang="nb-NO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8077200" y="1430866"/>
            <a:ext cx="2743200" cy="365125"/>
          </a:xfrm>
        </p:spPr>
        <p:txBody>
          <a:bodyPr/>
          <a:lstStyle/>
          <a:p>
            <a:fld id="{0D9F6004-803D-4B18-B659-7E2122392222}" type="slidenum">
              <a:rPr lang="nb-NO" smtClean="0"/>
              <a:t>‹#›</a:t>
            </a:fld>
            <a:endParaRPr lang="nb-NO"/>
          </a:p>
        </p:txBody>
      </p:sp>
    </p:spTree>
    <p:extLst>
      <p:ext uri="{BB962C8B-B14F-4D97-AF65-F5344CB8AC3E}">
        <p14:creationId xmlns:p14="http://schemas.microsoft.com/office/powerpoint/2010/main" val="3304420728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E4130FF-60BC-4C0C-AEE3-7285F2A694C4}" type="datetimeFigureOut">
              <a:rPr lang="nb-NO" smtClean="0"/>
              <a:t>19.09.2025</a:t>
            </a:fld>
            <a:endParaRPr lang="nb-NO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nb-NO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D9F6004-803D-4B18-B659-7E2122392222}" type="slidenum">
              <a:rPr lang="nb-NO" smtClean="0"/>
              <a:t>‹#›</a:t>
            </a:fld>
            <a:endParaRPr lang="nb-NO"/>
          </a:p>
        </p:txBody>
      </p:sp>
    </p:spTree>
    <p:extLst>
      <p:ext uri="{BB962C8B-B14F-4D97-AF65-F5344CB8AC3E}">
        <p14:creationId xmlns:p14="http://schemas.microsoft.com/office/powerpoint/2010/main" val="3083996109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9" name="Picture 8" descr="C0-HD-BTM.pn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4375150"/>
            <a:ext cx="12192000" cy="2482850"/>
          </a:xfrm>
          <a:prstGeom prst="rect">
            <a:avLst/>
          </a:prstGeom>
        </p:spPr>
      </p:pic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85800" y="753533"/>
            <a:ext cx="10820399" cy="2801935"/>
          </a:xfrm>
        </p:spPr>
        <p:txBody>
          <a:bodyPr anchor="b">
            <a:normAutofit/>
          </a:bodyPr>
          <a:lstStyle>
            <a:lvl1pPr algn="r">
              <a:defRPr sz="40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024467" y="3641725"/>
            <a:ext cx="10490200" cy="955675"/>
          </a:xfrm>
        </p:spPr>
        <p:txBody>
          <a:bodyPr>
            <a:normAutofit/>
          </a:bodyPr>
          <a:lstStyle>
            <a:lvl1pPr marL="0" indent="0" algn="r">
              <a:buNone/>
              <a:defRPr sz="22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>
          <a:xfrm>
            <a:off x="7814452" y="381000"/>
            <a:ext cx="2910840" cy="365125"/>
          </a:xfrm>
        </p:spPr>
        <p:txBody>
          <a:bodyPr/>
          <a:lstStyle>
            <a:lvl1pPr algn="r">
              <a:defRPr/>
            </a:lvl1pPr>
          </a:lstStyle>
          <a:p>
            <a:fld id="{1E4130FF-60BC-4C0C-AEE3-7285F2A694C4}" type="datetimeFigureOut">
              <a:rPr lang="nb-NO" smtClean="0"/>
              <a:t>19.09.2025</a:t>
            </a:fld>
            <a:endParaRPr lang="nb-NO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>
          <a:xfrm>
            <a:off x="685800" y="381001"/>
            <a:ext cx="6991492" cy="364065"/>
          </a:xfrm>
        </p:spPr>
        <p:txBody>
          <a:bodyPr/>
          <a:lstStyle/>
          <a:p>
            <a:endParaRPr lang="nb-NO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10862452" y="381000"/>
            <a:ext cx="643748" cy="365125"/>
          </a:xfrm>
        </p:spPr>
        <p:txBody>
          <a:bodyPr/>
          <a:lstStyle/>
          <a:p>
            <a:fld id="{0D9F6004-803D-4B18-B659-7E2122392222}" type="slidenum">
              <a:rPr lang="nb-NO" smtClean="0"/>
              <a:t>‹#›</a:t>
            </a:fld>
            <a:endParaRPr lang="nb-NO"/>
          </a:p>
        </p:txBody>
      </p:sp>
    </p:spTree>
    <p:extLst>
      <p:ext uri="{BB962C8B-B14F-4D97-AF65-F5344CB8AC3E}">
        <p14:creationId xmlns:p14="http://schemas.microsoft.com/office/powerpoint/2010/main" val="2541181162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685800" y="2194559"/>
            <a:ext cx="5334000" cy="4024125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172200" y="2194559"/>
            <a:ext cx="5334000" cy="4024125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E4130FF-60BC-4C0C-AEE3-7285F2A694C4}" type="datetimeFigureOut">
              <a:rPr lang="nb-NO" smtClean="0"/>
              <a:t>19.09.2025</a:t>
            </a:fld>
            <a:endParaRPr lang="nb-NO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nb-NO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D9F6004-803D-4B18-B659-7E2122392222}" type="slidenum">
              <a:rPr lang="nb-NO" smtClean="0"/>
              <a:t>‹#›</a:t>
            </a:fld>
            <a:endParaRPr lang="nb-NO"/>
          </a:p>
        </p:txBody>
      </p:sp>
    </p:spTree>
    <p:extLst>
      <p:ext uri="{BB962C8B-B14F-4D97-AF65-F5344CB8AC3E}">
        <p14:creationId xmlns:p14="http://schemas.microsoft.com/office/powerpoint/2010/main" val="3561344745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895600" y="762000"/>
            <a:ext cx="8610600" cy="1295400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914409" y="2183802"/>
            <a:ext cx="5079991" cy="823912"/>
          </a:xfrm>
        </p:spPr>
        <p:txBody>
          <a:bodyPr anchor="b">
            <a:normAutofit/>
          </a:bodyPr>
          <a:lstStyle>
            <a:lvl1pPr marL="0" indent="0">
              <a:buNone/>
              <a:defRPr sz="2800" b="0">
                <a:solidFill>
                  <a:schemeClr val="tx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85800" y="3132666"/>
            <a:ext cx="5311775" cy="3086019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400800" y="2183802"/>
            <a:ext cx="5105400" cy="823912"/>
          </a:xfrm>
        </p:spPr>
        <p:txBody>
          <a:bodyPr anchor="b">
            <a:normAutofit/>
          </a:bodyPr>
          <a:lstStyle>
            <a:lvl1pPr marL="0" indent="0">
              <a:buNone/>
              <a:defRPr sz="2800" b="0">
                <a:solidFill>
                  <a:schemeClr val="tx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172200" y="3132666"/>
            <a:ext cx="5334000" cy="3086019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E4130FF-60BC-4C0C-AEE3-7285F2A694C4}" type="datetimeFigureOut">
              <a:rPr lang="nb-NO" smtClean="0"/>
              <a:t>19.09.2025</a:t>
            </a:fld>
            <a:endParaRPr lang="nb-NO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nb-NO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D9F6004-803D-4B18-B659-7E2122392222}" type="slidenum">
              <a:rPr lang="nb-NO" smtClean="0"/>
              <a:t>‹#›</a:t>
            </a:fld>
            <a:endParaRPr lang="nb-NO"/>
          </a:p>
        </p:txBody>
      </p:sp>
    </p:spTree>
    <p:extLst>
      <p:ext uri="{BB962C8B-B14F-4D97-AF65-F5344CB8AC3E}">
        <p14:creationId xmlns:p14="http://schemas.microsoft.com/office/powerpoint/2010/main" val="3597175783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E4130FF-60BC-4C0C-AEE3-7285F2A694C4}" type="datetimeFigureOut">
              <a:rPr lang="nb-NO" smtClean="0"/>
              <a:t>19.09.2025</a:t>
            </a:fld>
            <a:endParaRPr lang="nb-NO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nb-NO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D9F6004-803D-4B18-B659-7E2122392222}" type="slidenum">
              <a:rPr lang="nb-NO" smtClean="0"/>
              <a:t>‹#›</a:t>
            </a:fld>
            <a:endParaRPr lang="nb-NO"/>
          </a:p>
        </p:txBody>
      </p:sp>
    </p:spTree>
    <p:extLst>
      <p:ext uri="{BB962C8B-B14F-4D97-AF65-F5344CB8AC3E}">
        <p14:creationId xmlns:p14="http://schemas.microsoft.com/office/powerpoint/2010/main" val="3108385940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E4130FF-60BC-4C0C-AEE3-7285F2A694C4}" type="datetimeFigureOut">
              <a:rPr lang="nb-NO" smtClean="0"/>
              <a:t>19.09.2025</a:t>
            </a:fld>
            <a:endParaRPr lang="nb-NO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nb-NO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D9F6004-803D-4B18-B659-7E2122392222}" type="slidenum">
              <a:rPr lang="nb-NO" smtClean="0"/>
              <a:t>‹#›</a:t>
            </a:fld>
            <a:endParaRPr lang="nb-NO"/>
          </a:p>
        </p:txBody>
      </p:sp>
    </p:spTree>
    <p:extLst>
      <p:ext uri="{BB962C8B-B14F-4D97-AF65-F5344CB8AC3E}">
        <p14:creationId xmlns:p14="http://schemas.microsoft.com/office/powerpoint/2010/main" val="2406637294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85800" y="1524000"/>
            <a:ext cx="4114800" cy="1600200"/>
          </a:xfrm>
        </p:spPr>
        <p:txBody>
          <a:bodyPr anchor="b"/>
          <a:lstStyle>
            <a:lvl1pPr algn="l">
              <a:defRPr sz="32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995582" y="746759"/>
            <a:ext cx="6510618" cy="5471925"/>
          </a:xfrm>
        </p:spPr>
        <p:txBody>
          <a:bodyPr anchor="ctr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85800" y="3124199"/>
            <a:ext cx="4114800" cy="3094485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E4130FF-60BC-4C0C-AEE3-7285F2A694C4}" type="datetimeFigureOut">
              <a:rPr lang="nb-NO" smtClean="0"/>
              <a:t>19.09.2025</a:t>
            </a:fld>
            <a:endParaRPr lang="nb-NO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nb-NO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D9F6004-803D-4B18-B659-7E2122392222}" type="slidenum">
              <a:rPr lang="nb-NO" smtClean="0"/>
              <a:t>‹#›</a:t>
            </a:fld>
            <a:endParaRPr lang="nb-NO"/>
          </a:p>
        </p:txBody>
      </p:sp>
    </p:spTree>
    <p:extLst>
      <p:ext uri="{BB962C8B-B14F-4D97-AF65-F5344CB8AC3E}">
        <p14:creationId xmlns:p14="http://schemas.microsoft.com/office/powerpoint/2010/main" val="2573095332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85800" y="1524000"/>
            <a:ext cx="6873240" cy="1600200"/>
          </a:xfrm>
        </p:spPr>
        <p:txBody>
          <a:bodyPr anchor="b"/>
          <a:lstStyle>
            <a:lvl1pPr algn="l">
              <a:defRPr sz="32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7861238" y="751241"/>
            <a:ext cx="3644962" cy="5467443"/>
          </a:xfrm>
        </p:spPr>
        <p:txBody>
          <a:bodyPr anchor="t"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85800" y="3124199"/>
            <a:ext cx="6873240" cy="3094485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E4130FF-60BC-4C0C-AEE3-7285F2A694C4}" type="datetimeFigureOut">
              <a:rPr lang="nb-NO" smtClean="0"/>
              <a:t>19.09.2025</a:t>
            </a:fld>
            <a:endParaRPr lang="nb-NO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nb-NO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D9F6004-803D-4B18-B659-7E2122392222}" type="slidenum">
              <a:rPr lang="nb-NO" smtClean="0"/>
              <a:t>‹#›</a:t>
            </a:fld>
            <a:endParaRPr lang="nb-NO"/>
          </a:p>
        </p:txBody>
      </p:sp>
    </p:spTree>
    <p:extLst>
      <p:ext uri="{BB962C8B-B14F-4D97-AF65-F5344CB8AC3E}">
        <p14:creationId xmlns:p14="http://schemas.microsoft.com/office/powerpoint/2010/main" val="1579188560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Panoramic 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85777" y="4697360"/>
            <a:ext cx="10822034" cy="819355"/>
          </a:xfrm>
        </p:spPr>
        <p:txBody>
          <a:bodyPr anchor="b"/>
          <a:lstStyle>
            <a:lvl1pPr algn="l">
              <a:defRPr sz="32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681727" y="941439"/>
            <a:ext cx="10821840" cy="3478161"/>
          </a:xfrm>
        </p:spPr>
        <p:txBody>
          <a:bodyPr anchor="t"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85800" y="5516715"/>
            <a:ext cx="10820400" cy="701969"/>
          </a:xfrm>
        </p:spPr>
        <p:txBody>
          <a:bodyPr/>
          <a:lstStyle>
            <a:lvl1pPr marL="0" indent="0" algn="l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E4130FF-60BC-4C0C-AEE3-7285F2A694C4}" type="datetimeFigureOut">
              <a:rPr lang="nb-NO" smtClean="0"/>
              <a:t>19.09.2025</a:t>
            </a:fld>
            <a:endParaRPr lang="nb-NO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nb-NO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D9F6004-803D-4B18-B659-7E2122392222}" type="slidenum">
              <a:rPr lang="nb-NO" smtClean="0"/>
              <a:t>‹#›</a:t>
            </a:fld>
            <a:endParaRPr lang="nb-NO"/>
          </a:p>
        </p:txBody>
      </p:sp>
    </p:spTree>
    <p:extLst>
      <p:ext uri="{BB962C8B-B14F-4D97-AF65-F5344CB8AC3E}">
        <p14:creationId xmlns:p14="http://schemas.microsoft.com/office/powerpoint/2010/main" val="2313221529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>
  <p:cSld name="Title and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" name="Picture 7" descr="C0-HD-BTM.pn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4375150"/>
            <a:ext cx="12192000" cy="2482850"/>
          </a:xfrm>
          <a:prstGeom prst="rect">
            <a:avLst/>
          </a:prstGeom>
        </p:spPr>
      </p:pic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85800" y="753532"/>
            <a:ext cx="10820400" cy="2802467"/>
          </a:xfrm>
        </p:spPr>
        <p:txBody>
          <a:bodyPr anchor="ctr"/>
          <a:lstStyle>
            <a:lvl1pPr algn="l">
              <a:defRPr sz="32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024467" y="3649133"/>
            <a:ext cx="10130516" cy="999067"/>
          </a:xfrm>
        </p:spPr>
        <p:txBody>
          <a:bodyPr anchor="ctr"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>
          <a:xfrm>
            <a:off x="7814452" y="381000"/>
            <a:ext cx="2910840" cy="365125"/>
          </a:xfrm>
        </p:spPr>
        <p:txBody>
          <a:bodyPr/>
          <a:lstStyle>
            <a:lvl1pPr algn="r">
              <a:defRPr/>
            </a:lvl1pPr>
          </a:lstStyle>
          <a:p>
            <a:fld id="{1E4130FF-60BC-4C0C-AEE3-7285F2A694C4}" type="datetimeFigureOut">
              <a:rPr lang="nb-NO" smtClean="0"/>
              <a:t>19.09.2025</a:t>
            </a:fld>
            <a:endParaRPr lang="nb-NO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>
          <a:xfrm>
            <a:off x="685800" y="379941"/>
            <a:ext cx="6991492" cy="365125"/>
          </a:xfrm>
        </p:spPr>
        <p:txBody>
          <a:bodyPr/>
          <a:lstStyle/>
          <a:p>
            <a:endParaRPr lang="nb-NO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>
          <a:xfrm>
            <a:off x="10862452" y="381000"/>
            <a:ext cx="643748" cy="365125"/>
          </a:xfrm>
        </p:spPr>
        <p:txBody>
          <a:bodyPr/>
          <a:lstStyle/>
          <a:p>
            <a:fld id="{0D9F6004-803D-4B18-B659-7E2122392222}" type="slidenum">
              <a:rPr lang="nb-NO" smtClean="0"/>
              <a:t>‹#›</a:t>
            </a:fld>
            <a:endParaRPr lang="nb-NO"/>
          </a:p>
        </p:txBody>
      </p:sp>
    </p:spTree>
    <p:extLst>
      <p:ext uri="{BB962C8B-B14F-4D97-AF65-F5344CB8AC3E}">
        <p14:creationId xmlns:p14="http://schemas.microsoft.com/office/powerpoint/2010/main" val="2475521997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>
  <p:cSld name="Quot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3" name="Picture 12" descr="C0-HD-BTM.pn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4375150"/>
            <a:ext cx="12192000" cy="2482850"/>
          </a:xfrm>
          <a:prstGeom prst="rect">
            <a:avLst/>
          </a:prstGeom>
        </p:spPr>
      </p:pic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024467" y="753533"/>
            <a:ext cx="10151533" cy="2604495"/>
          </a:xfrm>
        </p:spPr>
        <p:txBody>
          <a:bodyPr anchor="ctr"/>
          <a:lstStyle>
            <a:lvl1pPr algn="l">
              <a:defRPr sz="32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12" name="Text Placeholder 3"/>
          <p:cNvSpPr>
            <a:spLocks noGrp="1"/>
          </p:cNvSpPr>
          <p:nvPr>
            <p:ph type="body" sz="half" idx="13"/>
          </p:nvPr>
        </p:nvSpPr>
        <p:spPr>
          <a:xfrm>
            <a:off x="1303865" y="3365556"/>
            <a:ext cx="9592736" cy="444443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024467" y="3959862"/>
            <a:ext cx="10151533" cy="679871"/>
          </a:xfrm>
        </p:spPr>
        <p:txBody>
          <a:bodyPr anchor="ctr">
            <a:normAutofit/>
          </a:bodyPr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>
          <a:xfrm>
            <a:off x="7814452" y="381000"/>
            <a:ext cx="2910840" cy="365125"/>
          </a:xfrm>
        </p:spPr>
        <p:txBody>
          <a:bodyPr/>
          <a:lstStyle>
            <a:lvl1pPr algn="r">
              <a:defRPr/>
            </a:lvl1pPr>
          </a:lstStyle>
          <a:p>
            <a:fld id="{1E4130FF-60BC-4C0C-AEE3-7285F2A694C4}" type="datetimeFigureOut">
              <a:rPr lang="nb-NO" smtClean="0"/>
              <a:t>19.09.2025</a:t>
            </a:fld>
            <a:endParaRPr lang="nb-NO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>
          <a:xfrm>
            <a:off x="685800" y="379941"/>
            <a:ext cx="6991492" cy="365125"/>
          </a:xfrm>
        </p:spPr>
        <p:txBody>
          <a:bodyPr/>
          <a:lstStyle/>
          <a:p>
            <a:endParaRPr lang="nb-NO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>
          <a:xfrm>
            <a:off x="10862452" y="381000"/>
            <a:ext cx="643748" cy="365125"/>
          </a:xfrm>
        </p:spPr>
        <p:txBody>
          <a:bodyPr/>
          <a:lstStyle/>
          <a:p>
            <a:fld id="{0D9F6004-803D-4B18-B659-7E2122392222}" type="slidenum">
              <a:rPr lang="nb-NO" smtClean="0"/>
              <a:t>‹#›</a:t>
            </a:fld>
            <a:endParaRPr lang="nb-NO"/>
          </a:p>
        </p:txBody>
      </p:sp>
      <p:sp>
        <p:nvSpPr>
          <p:cNvPr id="9" name="TextBox 8"/>
          <p:cNvSpPr txBox="1"/>
          <p:nvPr/>
        </p:nvSpPr>
        <p:spPr>
          <a:xfrm>
            <a:off x="476250" y="933450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>
              <a:spcBef>
                <a:spcPct val="0"/>
              </a:spcBef>
              <a:buNone/>
              <a:defRPr sz="3200" b="0" cap="all">
                <a:ln w="3175" cmpd="sng">
                  <a:noFill/>
                </a:ln>
                <a:effectLst>
                  <a:glow rad="38100">
                    <a:schemeClr val="bg1">
                      <a:lumMod val="65000"/>
                      <a:lumOff val="35000"/>
                      <a:alpha val="40000"/>
                    </a:schemeClr>
                  </a:glow>
                  <a:outerShdw blurRad="28575" dist="38100" dir="14040000" algn="tl" rotWithShape="0">
                    <a:srgbClr val="000000">
                      <a:alpha val="25000"/>
                    </a:srgbClr>
                  </a:outerShdw>
                </a:effectLst>
              </a:defRPr>
            </a:lvl1pPr>
            <a:lvl2pPr>
              <a:defRPr>
                <a:solidFill>
                  <a:schemeClr val="tx2"/>
                </a:solidFill>
              </a:defRPr>
            </a:lvl2pPr>
            <a:lvl3pPr>
              <a:defRPr>
                <a:solidFill>
                  <a:schemeClr val="tx2"/>
                </a:solidFill>
              </a:defRPr>
            </a:lvl3pPr>
            <a:lvl4pPr>
              <a:defRPr>
                <a:solidFill>
                  <a:schemeClr val="tx2"/>
                </a:solidFill>
              </a:defRPr>
            </a:lvl4pPr>
            <a:lvl5pPr>
              <a:defRPr>
                <a:solidFill>
                  <a:schemeClr val="tx2"/>
                </a:solidFill>
              </a:defRPr>
            </a:lvl5pPr>
            <a:lvl6pPr>
              <a:defRPr>
                <a:solidFill>
                  <a:schemeClr val="tx2"/>
                </a:solidFill>
              </a:defRPr>
            </a:lvl6pPr>
            <a:lvl7pPr>
              <a:defRPr>
                <a:solidFill>
                  <a:schemeClr val="tx2"/>
                </a:solidFill>
              </a:defRPr>
            </a:lvl7pPr>
            <a:lvl8pPr>
              <a:defRPr>
                <a:solidFill>
                  <a:schemeClr val="tx2"/>
                </a:solidFill>
              </a:defRPr>
            </a:lvl8pPr>
            <a:lvl9pPr>
              <a:defRPr>
                <a:solidFill>
                  <a:schemeClr val="tx2"/>
                </a:solidFill>
              </a:defRPr>
            </a:lvl9pPr>
          </a:lstStyle>
          <a:p>
            <a:pPr lvl="0"/>
            <a:r>
              <a:rPr lang="en-US" sz="8000" dirty="0">
                <a:solidFill>
                  <a:schemeClr val="tx1"/>
                </a:solidFill>
                <a:effectLst/>
              </a:rPr>
              <a:t>“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0984230" y="2701290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>
              <a:spcBef>
                <a:spcPct val="0"/>
              </a:spcBef>
              <a:buNone/>
              <a:defRPr sz="3200" b="0" cap="all">
                <a:ln w="3175" cmpd="sng">
                  <a:noFill/>
                </a:ln>
                <a:effectLst>
                  <a:glow rad="38100">
                    <a:schemeClr val="bg1">
                      <a:lumMod val="65000"/>
                      <a:lumOff val="35000"/>
                      <a:alpha val="40000"/>
                    </a:schemeClr>
                  </a:glow>
                  <a:outerShdw blurRad="28575" dist="38100" dir="14040000" algn="tl" rotWithShape="0">
                    <a:srgbClr val="000000">
                      <a:alpha val="25000"/>
                    </a:srgbClr>
                  </a:outerShdw>
                </a:effectLst>
              </a:defRPr>
            </a:lvl1pPr>
            <a:lvl2pPr>
              <a:defRPr>
                <a:solidFill>
                  <a:schemeClr val="tx2"/>
                </a:solidFill>
              </a:defRPr>
            </a:lvl2pPr>
            <a:lvl3pPr>
              <a:defRPr>
                <a:solidFill>
                  <a:schemeClr val="tx2"/>
                </a:solidFill>
              </a:defRPr>
            </a:lvl3pPr>
            <a:lvl4pPr>
              <a:defRPr>
                <a:solidFill>
                  <a:schemeClr val="tx2"/>
                </a:solidFill>
              </a:defRPr>
            </a:lvl4pPr>
            <a:lvl5pPr>
              <a:defRPr>
                <a:solidFill>
                  <a:schemeClr val="tx2"/>
                </a:solidFill>
              </a:defRPr>
            </a:lvl5pPr>
            <a:lvl6pPr>
              <a:defRPr>
                <a:solidFill>
                  <a:schemeClr val="tx2"/>
                </a:solidFill>
              </a:defRPr>
            </a:lvl6pPr>
            <a:lvl7pPr>
              <a:defRPr>
                <a:solidFill>
                  <a:schemeClr val="tx2"/>
                </a:solidFill>
              </a:defRPr>
            </a:lvl7pPr>
            <a:lvl8pPr>
              <a:defRPr>
                <a:solidFill>
                  <a:schemeClr val="tx2"/>
                </a:solidFill>
              </a:defRPr>
            </a:lvl8pPr>
            <a:lvl9pPr>
              <a:defRPr>
                <a:solidFill>
                  <a:schemeClr val="tx2"/>
                </a:solidFill>
              </a:defRPr>
            </a:lvl9pPr>
          </a:lstStyle>
          <a:p>
            <a:pPr lvl="0" algn="r"/>
            <a:r>
              <a:rPr lang="en-US" sz="8000" dirty="0">
                <a:solidFill>
                  <a:schemeClr val="tx1"/>
                </a:solidFill>
                <a:effectLst/>
              </a:rPr>
              <a:t>”</a:t>
            </a:r>
          </a:p>
        </p:txBody>
      </p:sp>
    </p:spTree>
    <p:extLst>
      <p:ext uri="{BB962C8B-B14F-4D97-AF65-F5344CB8AC3E}">
        <p14:creationId xmlns:p14="http://schemas.microsoft.com/office/powerpoint/2010/main" val="3015724081"/>
      </p:ext>
    </p:extLst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>
  <p:cSld name="Name Card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9" name="Picture 8" descr="C0-HD-BTM.pn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4375150"/>
            <a:ext cx="12192000" cy="2482850"/>
          </a:xfrm>
          <a:prstGeom prst="rect">
            <a:avLst/>
          </a:prstGeom>
        </p:spPr>
      </p:pic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024495" y="1124701"/>
            <a:ext cx="10146186" cy="2511835"/>
          </a:xfrm>
        </p:spPr>
        <p:txBody>
          <a:bodyPr anchor="b"/>
          <a:lstStyle>
            <a:lvl1pPr algn="l">
              <a:defRPr sz="32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024467" y="3648315"/>
            <a:ext cx="10144654" cy="999885"/>
          </a:xfrm>
        </p:spPr>
        <p:txBody>
          <a:bodyPr anchor="t"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>
          <a:xfrm>
            <a:off x="7814452" y="378883"/>
            <a:ext cx="2910840" cy="365125"/>
          </a:xfrm>
        </p:spPr>
        <p:txBody>
          <a:bodyPr/>
          <a:lstStyle>
            <a:lvl1pPr algn="r">
              <a:defRPr/>
            </a:lvl1pPr>
          </a:lstStyle>
          <a:p>
            <a:fld id="{1E4130FF-60BC-4C0C-AEE3-7285F2A694C4}" type="datetimeFigureOut">
              <a:rPr lang="nb-NO" smtClean="0"/>
              <a:t>19.09.2025</a:t>
            </a:fld>
            <a:endParaRPr lang="nb-NO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>
          <a:xfrm>
            <a:off x="685800" y="378883"/>
            <a:ext cx="6991492" cy="365125"/>
          </a:xfrm>
        </p:spPr>
        <p:txBody>
          <a:bodyPr/>
          <a:lstStyle/>
          <a:p>
            <a:endParaRPr lang="nb-NO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>
          <a:xfrm>
            <a:off x="10862452" y="381000"/>
            <a:ext cx="643748" cy="365125"/>
          </a:xfrm>
        </p:spPr>
        <p:txBody>
          <a:bodyPr/>
          <a:lstStyle/>
          <a:p>
            <a:fld id="{0D9F6004-803D-4B18-B659-7E2122392222}" type="slidenum">
              <a:rPr lang="nb-NO" smtClean="0"/>
              <a:t>‹#›</a:t>
            </a:fld>
            <a:endParaRPr lang="nb-NO"/>
          </a:p>
        </p:txBody>
      </p:sp>
    </p:spTree>
    <p:extLst>
      <p:ext uri="{BB962C8B-B14F-4D97-AF65-F5344CB8AC3E}">
        <p14:creationId xmlns:p14="http://schemas.microsoft.com/office/powerpoint/2010/main" val="1424412467"/>
      </p:ext>
    </p:extLst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3 Colum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" name="Title 1"/>
          <p:cNvSpPr>
            <a:spLocks noGrp="1"/>
          </p:cNvSpPr>
          <p:nvPr>
            <p:ph type="title"/>
          </p:nvPr>
        </p:nvSpPr>
        <p:spPr>
          <a:xfrm>
            <a:off x="2895600" y="761999"/>
            <a:ext cx="8610599" cy="1303867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7" name="Text Placeholder 2"/>
          <p:cNvSpPr>
            <a:spLocks noGrp="1"/>
          </p:cNvSpPr>
          <p:nvPr>
            <p:ph type="body" idx="1"/>
          </p:nvPr>
        </p:nvSpPr>
        <p:spPr>
          <a:xfrm>
            <a:off x="685800" y="2202080"/>
            <a:ext cx="3456432" cy="617320"/>
          </a:xfrm>
        </p:spPr>
        <p:txBody>
          <a:bodyPr anchor="b">
            <a:noAutofit/>
          </a:bodyPr>
          <a:lstStyle>
            <a:lvl1pPr marL="0" indent="0">
              <a:buNone/>
              <a:defRPr sz="2400" b="0">
                <a:solidFill>
                  <a:schemeClr val="tx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8" name="Text Placeholder 3"/>
          <p:cNvSpPr>
            <a:spLocks noGrp="1"/>
          </p:cNvSpPr>
          <p:nvPr>
            <p:ph type="body" sz="half" idx="15"/>
          </p:nvPr>
        </p:nvSpPr>
        <p:spPr>
          <a:xfrm>
            <a:off x="685799" y="2904565"/>
            <a:ext cx="3456432" cy="3314132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9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368800" y="2201333"/>
            <a:ext cx="3456432" cy="626534"/>
          </a:xfrm>
        </p:spPr>
        <p:txBody>
          <a:bodyPr anchor="b">
            <a:noAutofit/>
          </a:bodyPr>
          <a:lstStyle>
            <a:lvl1pPr marL="0" indent="0">
              <a:buNone/>
              <a:defRPr sz="2400" b="0">
                <a:solidFill>
                  <a:schemeClr val="tx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0" name="Text Placeholder 3"/>
          <p:cNvSpPr>
            <a:spLocks noGrp="1"/>
          </p:cNvSpPr>
          <p:nvPr>
            <p:ph type="body" sz="half" idx="16"/>
          </p:nvPr>
        </p:nvSpPr>
        <p:spPr>
          <a:xfrm>
            <a:off x="4366858" y="2904067"/>
            <a:ext cx="3456432" cy="3314618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1" name="Text Placeholder 4"/>
          <p:cNvSpPr>
            <a:spLocks noGrp="1"/>
          </p:cNvSpPr>
          <p:nvPr>
            <p:ph type="body" sz="quarter" idx="13"/>
          </p:nvPr>
        </p:nvSpPr>
        <p:spPr>
          <a:xfrm>
            <a:off x="8051800" y="2192866"/>
            <a:ext cx="3456432" cy="626534"/>
          </a:xfrm>
        </p:spPr>
        <p:txBody>
          <a:bodyPr anchor="b">
            <a:noAutofit/>
          </a:bodyPr>
          <a:lstStyle>
            <a:lvl1pPr marL="0" indent="0">
              <a:buNone/>
              <a:defRPr sz="2400" b="0">
                <a:solidFill>
                  <a:schemeClr val="tx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2" name="Text Placeholder 3"/>
          <p:cNvSpPr>
            <a:spLocks noGrp="1"/>
          </p:cNvSpPr>
          <p:nvPr>
            <p:ph type="body" sz="half" idx="17"/>
          </p:nvPr>
        </p:nvSpPr>
        <p:spPr>
          <a:xfrm>
            <a:off x="8051801" y="2904565"/>
            <a:ext cx="3456432" cy="3314132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E4130FF-60BC-4C0C-AEE3-7285F2A694C4}" type="datetimeFigureOut">
              <a:rPr lang="nb-NO" smtClean="0"/>
              <a:t>19.09.2025</a:t>
            </a:fld>
            <a:endParaRPr lang="nb-NO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nb-NO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D9F6004-803D-4B18-B659-7E2122392222}" type="slidenum">
              <a:rPr lang="nb-NO" smtClean="0"/>
              <a:t>‹#›</a:t>
            </a:fld>
            <a:endParaRPr lang="nb-NO"/>
          </a:p>
        </p:txBody>
      </p:sp>
    </p:spTree>
    <p:extLst>
      <p:ext uri="{BB962C8B-B14F-4D97-AF65-F5344CB8AC3E}">
        <p14:creationId xmlns:p14="http://schemas.microsoft.com/office/powerpoint/2010/main" val="3434582041"/>
      </p:ext>
    </p:extLst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3 Picture Colum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" name="Title 1"/>
          <p:cNvSpPr>
            <a:spLocks noGrp="1"/>
          </p:cNvSpPr>
          <p:nvPr>
            <p:ph type="title"/>
          </p:nvPr>
        </p:nvSpPr>
        <p:spPr>
          <a:xfrm>
            <a:off x="2895600" y="762000"/>
            <a:ext cx="8610599" cy="1295400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19" name="Text Placeholder 2"/>
          <p:cNvSpPr>
            <a:spLocks noGrp="1"/>
          </p:cNvSpPr>
          <p:nvPr>
            <p:ph type="body" idx="1"/>
          </p:nvPr>
        </p:nvSpPr>
        <p:spPr>
          <a:xfrm>
            <a:off x="688618" y="4191000"/>
            <a:ext cx="3451582" cy="682765"/>
          </a:xfrm>
        </p:spPr>
        <p:txBody>
          <a:bodyPr anchor="b">
            <a:noAutofit/>
          </a:bodyPr>
          <a:lstStyle>
            <a:lvl1pPr marL="0" indent="0">
              <a:buNone/>
              <a:defRPr sz="2400" b="0">
                <a:solidFill>
                  <a:schemeClr val="tx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0" name="Picture Placeholder 2"/>
          <p:cNvSpPr>
            <a:spLocks noGrp="1" noChangeAspect="1"/>
          </p:cNvSpPr>
          <p:nvPr>
            <p:ph type="pic" idx="15"/>
          </p:nvPr>
        </p:nvSpPr>
        <p:spPr>
          <a:xfrm>
            <a:off x="688618" y="2362200"/>
            <a:ext cx="3451582" cy="1524000"/>
          </a:xfrm>
          <a:prstGeom prst="roundRect">
            <a:avLst>
              <a:gd name="adj" fmla="val 0"/>
            </a:avLst>
          </a:prstGeom>
          <a:effectLst>
            <a:outerShdw blurRad="50800" dist="50800" dir="5400000" algn="tl" rotWithShape="0">
              <a:srgbClr val="000000">
                <a:alpha val="43000"/>
              </a:srgbClr>
            </a:outerShdw>
          </a:effectLst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21" name="Text Placeholder 3"/>
          <p:cNvSpPr>
            <a:spLocks noGrp="1"/>
          </p:cNvSpPr>
          <p:nvPr>
            <p:ph type="body" sz="half" idx="18"/>
          </p:nvPr>
        </p:nvSpPr>
        <p:spPr>
          <a:xfrm>
            <a:off x="688618" y="4873764"/>
            <a:ext cx="3451582" cy="1344921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2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374263" y="4191000"/>
            <a:ext cx="3448935" cy="682765"/>
          </a:xfrm>
        </p:spPr>
        <p:txBody>
          <a:bodyPr anchor="b">
            <a:noAutofit/>
          </a:bodyPr>
          <a:lstStyle>
            <a:lvl1pPr marL="0" indent="0">
              <a:buNone/>
              <a:defRPr sz="2400" b="0">
                <a:solidFill>
                  <a:schemeClr val="tx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3" name="Picture Placeholder 2"/>
          <p:cNvSpPr>
            <a:spLocks noGrp="1" noChangeAspect="1"/>
          </p:cNvSpPr>
          <p:nvPr>
            <p:ph type="pic" idx="21"/>
          </p:nvPr>
        </p:nvSpPr>
        <p:spPr>
          <a:xfrm>
            <a:off x="4374263" y="2362200"/>
            <a:ext cx="3448936" cy="1524000"/>
          </a:xfrm>
          <a:prstGeom prst="roundRect">
            <a:avLst>
              <a:gd name="adj" fmla="val 0"/>
            </a:avLst>
          </a:prstGeom>
          <a:effectLst>
            <a:outerShdw blurRad="50800" dist="50800" dir="5400000" algn="tl" rotWithShape="0">
              <a:srgbClr val="000000">
                <a:alpha val="43000"/>
              </a:srgbClr>
            </a:outerShdw>
          </a:effectLst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24" name="Text Placeholder 3"/>
          <p:cNvSpPr>
            <a:spLocks noGrp="1"/>
          </p:cNvSpPr>
          <p:nvPr>
            <p:ph type="body" sz="half" idx="19"/>
          </p:nvPr>
        </p:nvSpPr>
        <p:spPr>
          <a:xfrm>
            <a:off x="4374264" y="4873763"/>
            <a:ext cx="3448935" cy="1344921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5" name="Text Placeholder 4"/>
          <p:cNvSpPr>
            <a:spLocks noGrp="1"/>
          </p:cNvSpPr>
          <p:nvPr>
            <p:ph type="body" sz="quarter" idx="13"/>
          </p:nvPr>
        </p:nvSpPr>
        <p:spPr>
          <a:xfrm>
            <a:off x="8049731" y="4191000"/>
            <a:ext cx="3456469" cy="682765"/>
          </a:xfrm>
        </p:spPr>
        <p:txBody>
          <a:bodyPr anchor="b">
            <a:noAutofit/>
          </a:bodyPr>
          <a:lstStyle>
            <a:lvl1pPr marL="0" indent="0">
              <a:buNone/>
              <a:defRPr sz="2400" b="0">
                <a:solidFill>
                  <a:schemeClr val="tx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6" name="Picture Placeholder 2"/>
          <p:cNvSpPr>
            <a:spLocks noGrp="1" noChangeAspect="1"/>
          </p:cNvSpPr>
          <p:nvPr>
            <p:ph type="pic" idx="22"/>
          </p:nvPr>
        </p:nvSpPr>
        <p:spPr>
          <a:xfrm>
            <a:off x="8049855" y="2362200"/>
            <a:ext cx="3447878" cy="1524000"/>
          </a:xfrm>
          <a:prstGeom prst="roundRect">
            <a:avLst>
              <a:gd name="adj" fmla="val 0"/>
            </a:avLst>
          </a:prstGeom>
          <a:effectLst>
            <a:outerShdw blurRad="50800" dist="50800" dir="5400000" algn="tl" rotWithShape="0">
              <a:srgbClr val="000000">
                <a:alpha val="43000"/>
              </a:srgbClr>
            </a:outerShdw>
          </a:effectLst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27" name="Text Placeholder 3"/>
          <p:cNvSpPr>
            <a:spLocks noGrp="1"/>
          </p:cNvSpPr>
          <p:nvPr>
            <p:ph type="body" sz="half" idx="20"/>
          </p:nvPr>
        </p:nvSpPr>
        <p:spPr>
          <a:xfrm>
            <a:off x="8049731" y="4873761"/>
            <a:ext cx="3452445" cy="1344921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E4130FF-60BC-4C0C-AEE3-7285F2A694C4}" type="datetimeFigureOut">
              <a:rPr lang="nb-NO" smtClean="0"/>
              <a:t>19.09.2025</a:t>
            </a:fld>
            <a:endParaRPr lang="nb-NO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nb-NO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D9F6004-803D-4B18-B659-7E2122392222}" type="slidenum">
              <a:rPr lang="nb-NO" smtClean="0"/>
              <a:t>‹#›</a:t>
            </a:fld>
            <a:endParaRPr lang="nb-NO"/>
          </a:p>
        </p:txBody>
      </p:sp>
    </p:spTree>
    <p:extLst>
      <p:ext uri="{BB962C8B-B14F-4D97-AF65-F5344CB8AC3E}">
        <p14:creationId xmlns:p14="http://schemas.microsoft.com/office/powerpoint/2010/main" val="3703429468"/>
      </p:ext>
    </p:extLst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685800" y="2194559"/>
            <a:ext cx="10820400" cy="4024125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E4130FF-60BC-4C0C-AEE3-7285F2A694C4}" type="datetimeFigureOut">
              <a:rPr lang="nb-NO" smtClean="0"/>
              <a:t>19.09.2025</a:t>
            </a:fld>
            <a:endParaRPr lang="nb-NO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nb-NO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D9F6004-803D-4B18-B659-7E2122392222}" type="slidenum">
              <a:rPr lang="nb-NO" smtClean="0"/>
              <a:t>‹#›</a:t>
            </a:fld>
            <a:endParaRPr lang="nb-NO"/>
          </a:p>
        </p:txBody>
      </p:sp>
    </p:spTree>
    <p:extLst>
      <p:ext uri="{BB962C8B-B14F-4D97-AF65-F5344CB8AC3E}">
        <p14:creationId xmlns:p14="http://schemas.microsoft.com/office/powerpoint/2010/main" val="3093336344"/>
      </p:ext>
    </p:extLst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" name="Picture 7" descr="C0-HD-BTM.pn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4375150"/>
            <a:ext cx="12192000" cy="2482850"/>
          </a:xfrm>
          <a:prstGeom prst="rect">
            <a:avLst/>
          </a:prstGeom>
        </p:spPr>
      </p:pic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9448800" y="745066"/>
            <a:ext cx="2057400" cy="3903133"/>
          </a:xfrm>
        </p:spPr>
        <p:txBody>
          <a:bodyPr vert="eaVert"/>
          <a:lstStyle>
            <a:lvl1pPr algn="l">
              <a:defRPr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1024466" y="745067"/>
            <a:ext cx="8204201" cy="3903133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>
          <a:xfrm>
            <a:off x="7814452" y="379941"/>
            <a:ext cx="2910840" cy="365125"/>
          </a:xfrm>
        </p:spPr>
        <p:txBody>
          <a:bodyPr/>
          <a:lstStyle>
            <a:lvl1pPr algn="r">
              <a:defRPr/>
            </a:lvl1pPr>
          </a:lstStyle>
          <a:p>
            <a:fld id="{1E4130FF-60BC-4C0C-AEE3-7285F2A694C4}" type="datetimeFigureOut">
              <a:rPr lang="nb-NO" smtClean="0"/>
              <a:t>19.09.2025</a:t>
            </a:fld>
            <a:endParaRPr lang="nb-NO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>
          <a:xfrm>
            <a:off x="685800" y="381000"/>
            <a:ext cx="6991492" cy="365125"/>
          </a:xfrm>
        </p:spPr>
        <p:txBody>
          <a:bodyPr/>
          <a:lstStyle/>
          <a:p>
            <a:endParaRPr lang="nb-NO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10862452" y="381000"/>
            <a:ext cx="643748" cy="365125"/>
          </a:xfrm>
        </p:spPr>
        <p:txBody>
          <a:bodyPr/>
          <a:lstStyle/>
          <a:p>
            <a:fld id="{0D9F6004-803D-4B18-B659-7E2122392222}" type="slidenum">
              <a:rPr lang="nb-NO" smtClean="0"/>
              <a:t>‹#›</a:t>
            </a:fld>
            <a:endParaRPr lang="nb-NO"/>
          </a:p>
        </p:txBody>
      </p:sp>
    </p:spTree>
    <p:extLst>
      <p:ext uri="{BB962C8B-B14F-4D97-AF65-F5344CB8AC3E}">
        <p14:creationId xmlns:p14="http://schemas.microsoft.com/office/powerpoint/2010/main" val="607670110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18" Type="http://schemas.openxmlformats.org/officeDocument/2006/relationships/theme" Target="../theme/theme1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17" Type="http://schemas.openxmlformats.org/officeDocument/2006/relationships/slideLayout" Target="../slideLayouts/slideLayout17.xml"/><Relationship Id="rId2" Type="http://schemas.openxmlformats.org/officeDocument/2006/relationships/slideLayout" Target="../slideLayouts/slideLayout2.xml"/><Relationship Id="rId16" Type="http://schemas.openxmlformats.org/officeDocument/2006/relationships/slideLayout" Target="../slideLayouts/slideLayout16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5" Type="http://schemas.openxmlformats.org/officeDocument/2006/relationships/slideLayout" Target="../slideLayouts/slideLayout15.xml"/><Relationship Id="rId10" Type="http://schemas.openxmlformats.org/officeDocument/2006/relationships/slideLayout" Target="../slideLayouts/slideLayout10.xml"/><Relationship Id="rId19" Type="http://schemas.openxmlformats.org/officeDocument/2006/relationships/image" Target="../media/image1.png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slideLayout" Target="../slideLayouts/slideLayout1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Picture 6" descr="C0-HD-TOP.png"/>
          <p:cNvPicPr>
            <a:picLocks noChangeAspect="1"/>
          </p:cNvPicPr>
          <p:nvPr/>
        </p:nvPicPr>
        <p:blipFill>
          <a:blip r:embed="rId19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92000" cy="1441450"/>
          </a:xfrm>
          <a:prstGeom prst="rect">
            <a:avLst/>
          </a:prstGeom>
        </p:spPr>
      </p:pic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2895600" y="764373"/>
            <a:ext cx="8610600" cy="1293028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85800" y="2194560"/>
            <a:ext cx="10820400" cy="4024125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8595360" y="6356350"/>
            <a:ext cx="291084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05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E4130FF-60BC-4C0C-AEE3-7285F2A694C4}" type="datetimeFigureOut">
              <a:rPr lang="nb-NO" smtClean="0"/>
              <a:t>19.09.2025</a:t>
            </a:fld>
            <a:endParaRPr lang="nb-NO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685800" y="6355845"/>
            <a:ext cx="77724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05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nb-NO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8763000" y="38100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05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0D9F6004-803D-4B18-B659-7E2122392222}" type="slidenum">
              <a:rPr lang="nb-NO" smtClean="0"/>
              <a:t>‹#›</a:t>
            </a:fld>
            <a:endParaRPr lang="nb-NO"/>
          </a:p>
        </p:txBody>
      </p:sp>
    </p:spTree>
    <p:extLst>
      <p:ext uri="{BB962C8B-B14F-4D97-AF65-F5344CB8AC3E}">
        <p14:creationId xmlns:p14="http://schemas.microsoft.com/office/powerpoint/2010/main" val="362713296"/>
      </p:ext>
    </p:extLst>
  </p:cSld>
  <p:clrMap bg1="dk1" tx1="lt1" bg2="dk2" tx2="lt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  <p:sldLayoutId id="2147483664" r:id="rId4"/>
    <p:sldLayoutId id="2147483665" r:id="rId5"/>
    <p:sldLayoutId id="2147483666" r:id="rId6"/>
    <p:sldLayoutId id="2147483667" r:id="rId7"/>
    <p:sldLayoutId id="2147483668" r:id="rId8"/>
    <p:sldLayoutId id="2147483669" r:id="rId9"/>
    <p:sldLayoutId id="2147483670" r:id="rId10"/>
    <p:sldLayoutId id="2147483671" r:id="rId11"/>
    <p:sldLayoutId id="2147483672" r:id="rId12"/>
    <p:sldLayoutId id="2147483673" r:id="rId13"/>
    <p:sldLayoutId id="2147483674" r:id="rId14"/>
    <p:sldLayoutId id="2147483675" r:id="rId15"/>
    <p:sldLayoutId id="2147483676" r:id="rId16"/>
    <p:sldLayoutId id="2147483677" r:id="rId17"/>
  </p:sldLayoutIdLst>
  <p:txStyles>
    <p:titleStyle>
      <a:lvl1pPr algn="r" defTabSz="914400" rtl="0" eaLnBrk="1" latinLnBrk="0" hangingPunct="1">
        <a:lnSpc>
          <a:spcPct val="90000"/>
        </a:lnSpc>
        <a:spcBef>
          <a:spcPct val="0"/>
        </a:spcBef>
        <a:buNone/>
        <a:defRPr sz="4000" kern="1200" cap="all" baseline="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2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6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6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6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6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6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6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image" Target="../media/image3.jpeg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2.png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image" Target="../media/image4.jpeg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8" Type="http://schemas.microsoft.com/office/2007/relationships/diagramDrawing" Target="../diagrams/drawing1.xml"/><Relationship Id="rId3" Type="http://schemas.openxmlformats.org/officeDocument/2006/relationships/image" Target="../media/image1.png"/><Relationship Id="rId7" Type="http://schemas.openxmlformats.org/officeDocument/2006/relationships/diagramColors" Target="../diagrams/colors1.xml"/><Relationship Id="rId2" Type="http://schemas.openxmlformats.org/officeDocument/2006/relationships/image" Target="../media/image4.jpeg"/><Relationship Id="rId1" Type="http://schemas.openxmlformats.org/officeDocument/2006/relationships/slideLayout" Target="../slideLayouts/slideLayout2.xml"/><Relationship Id="rId6" Type="http://schemas.openxmlformats.org/officeDocument/2006/relationships/diagramQuickStyle" Target="../diagrams/quickStyle1.xml"/><Relationship Id="rId5" Type="http://schemas.openxmlformats.org/officeDocument/2006/relationships/diagramLayout" Target="../diagrams/layout1.xml"/><Relationship Id="rId4" Type="http://schemas.openxmlformats.org/officeDocument/2006/relationships/diagramData" Target="../diagrams/data1.xml"/></Relationships>
</file>

<file path=ppt/slides/_rels/slide4.xml.rels><?xml version="1.0" encoding="UTF-8" standalone="yes"?>
<Relationships xmlns="http://schemas.openxmlformats.org/package/2006/relationships"><Relationship Id="rId8" Type="http://schemas.microsoft.com/office/2007/relationships/diagramDrawing" Target="../diagrams/drawing2.xml"/><Relationship Id="rId3" Type="http://schemas.openxmlformats.org/officeDocument/2006/relationships/image" Target="../media/image2.png"/><Relationship Id="rId7" Type="http://schemas.openxmlformats.org/officeDocument/2006/relationships/diagramColors" Target="../diagrams/colors2.xml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Relationship Id="rId6" Type="http://schemas.openxmlformats.org/officeDocument/2006/relationships/diagramQuickStyle" Target="../diagrams/quickStyle2.xml"/><Relationship Id="rId5" Type="http://schemas.openxmlformats.org/officeDocument/2006/relationships/diagramLayout" Target="../diagrams/layout2.xml"/><Relationship Id="rId4" Type="http://schemas.openxmlformats.org/officeDocument/2006/relationships/diagramData" Target="../diagrams/data2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diagramLayout" Target="../diagrams/layout3.xml"/><Relationship Id="rId2" Type="http://schemas.openxmlformats.org/officeDocument/2006/relationships/diagramData" Target="../diagrams/data3.xml"/><Relationship Id="rId1" Type="http://schemas.openxmlformats.org/officeDocument/2006/relationships/slideLayout" Target="../slideLayouts/slideLayout2.xml"/><Relationship Id="rId6" Type="http://schemas.microsoft.com/office/2007/relationships/diagramDrawing" Target="../diagrams/drawing3.xml"/><Relationship Id="rId5" Type="http://schemas.openxmlformats.org/officeDocument/2006/relationships/diagramColors" Target="../diagrams/colors3.xml"/><Relationship Id="rId4" Type="http://schemas.openxmlformats.org/officeDocument/2006/relationships/diagramQuickStyle" Target="../diagrams/quickStyle3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Rectangle 9">
            <a:extLst>
              <a:ext uri="{FF2B5EF4-FFF2-40B4-BE49-F238E27FC236}">
                <a16:creationId xmlns:a16="http://schemas.microsoft.com/office/drawing/2014/main" id="{077D6507-8E8D-40E1-A7B9-63012EF9492F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5" name="Picture 4" descr="3D Hologram from iPad">
            <a:extLst>
              <a:ext uri="{FF2B5EF4-FFF2-40B4-BE49-F238E27FC236}">
                <a16:creationId xmlns:a16="http://schemas.microsoft.com/office/drawing/2014/main" id="{F4C9390C-124F-9715-2025-336393FD6C73}"/>
              </a:ext>
            </a:extLst>
          </p:cNvPr>
          <p:cNvPicPr>
            <a:picLocks noChangeAspect="1"/>
          </p:cNvPicPr>
          <p:nvPr/>
        </p:nvPicPr>
        <p:blipFill>
          <a:blip r:embed="rId2">
            <a:alphaModFix amt="40000"/>
          </a:blip>
          <a:srcRect t="23391" r="9091"/>
          <a:stretch/>
        </p:blipFill>
        <p:spPr>
          <a:xfrm>
            <a:off x="20" y="10"/>
            <a:ext cx="12191980" cy="6857990"/>
          </a:xfrm>
          <a:prstGeom prst="rect">
            <a:avLst/>
          </a:prstGeom>
        </p:spPr>
      </p:pic>
      <p:pic>
        <p:nvPicPr>
          <p:cNvPr id="12" name="Picture 11">
            <a:extLst>
              <a:ext uri="{FF2B5EF4-FFF2-40B4-BE49-F238E27FC236}">
                <a16:creationId xmlns:a16="http://schemas.microsoft.com/office/drawing/2014/main" id="{23FF3D86-2916-4F9F-9752-304810CF59AE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Grp="1" noRot="1" noChangeAspect="1" noMove="1" noResize="1" noEditPoints="1" noAdjustHandles="1" noChangeArrowheads="1" noChangeShapeType="1" noCrop="1"/>
          </p:cNvPic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92000" cy="1441450"/>
          </a:xfrm>
          <a:prstGeom prst="rect">
            <a:avLst/>
          </a:prstGeom>
        </p:spPr>
      </p:pic>
      <p:pic>
        <p:nvPicPr>
          <p:cNvPr id="14" name="Picture 13">
            <a:extLst>
              <a:ext uri="{FF2B5EF4-FFF2-40B4-BE49-F238E27FC236}">
                <a16:creationId xmlns:a16="http://schemas.microsoft.com/office/drawing/2014/main" id="{AB048875-14D1-4CC7-8AC3-7ABC73AAAF14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Grp="1" noRot="1" noChangeAspect="1" noMove="1" noResize="1" noEditPoints="1" noAdjustHandles="1" noChangeArrowheads="1" noChangeShapeType="1" noCrop="1"/>
          </p:cNvPic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4375150"/>
            <a:ext cx="12192000" cy="2482850"/>
          </a:xfrm>
          <a:prstGeom prst="rect">
            <a:avLst/>
          </a:prstGeom>
        </p:spPr>
      </p:pic>
      <p:sp>
        <p:nvSpPr>
          <p:cNvPr id="2" name="Title 1">
            <a:extLst>
              <a:ext uri="{FF2B5EF4-FFF2-40B4-BE49-F238E27FC236}">
                <a16:creationId xmlns:a16="http://schemas.microsoft.com/office/drawing/2014/main" id="{9D5BBA98-EC22-9272-C976-54487400DC99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371600" y="3014139"/>
            <a:ext cx="9448800" cy="1825096"/>
          </a:xfrm>
        </p:spPr>
        <p:txBody>
          <a:bodyPr>
            <a:normAutofit/>
          </a:bodyPr>
          <a:lstStyle/>
          <a:p>
            <a:r>
              <a:rPr lang="en-US" b="1" dirty="0"/>
              <a:t>Marketing Analytics Business Case</a:t>
            </a:r>
            <a:endParaRPr lang="nb-NO" b="1" dirty="0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C4EAED8B-40B8-2F67-2CA2-D6CB3B6F8578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371600" y="4842935"/>
            <a:ext cx="9448800" cy="685800"/>
          </a:xfrm>
        </p:spPr>
        <p:txBody>
          <a:bodyPr>
            <a:normAutofit/>
          </a:bodyPr>
          <a:lstStyle/>
          <a:p>
            <a:r>
              <a:rPr lang="nb-NO" dirty="0"/>
              <a:t>Ritu Permani</a:t>
            </a:r>
          </a:p>
          <a:p>
            <a:endParaRPr lang="nb-NO" dirty="0"/>
          </a:p>
          <a:p>
            <a:endParaRPr lang="nb-NO" dirty="0"/>
          </a:p>
        </p:txBody>
      </p:sp>
    </p:spTree>
    <p:extLst>
      <p:ext uri="{BB962C8B-B14F-4D97-AF65-F5344CB8AC3E}">
        <p14:creationId xmlns:p14="http://schemas.microsoft.com/office/powerpoint/2010/main" val="2772807980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withEffect">
                                  <p:stCondLst>
                                    <p:cond delay="1000"/>
                                  </p:stCondLst>
                                  <p:iterate type="lt">
                                    <p:tmPct val="10000"/>
                                  </p:iterate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4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10" presetClass="entr" presetSubtype="0" fill="hold" grpId="0" nodeType="withEffect">
                                  <p:stCondLst>
                                    <p:cond delay="2000"/>
                                  </p:stCondLst>
                                  <p:iterate type="lt">
                                    <p:tmPct val="10000"/>
                                  </p:iterate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" dur="400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/>
      <p:bldP spid="3" grpId="0" build="p"/>
    </p:bld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Rectangle 15">
            <a:extLst>
              <a:ext uri="{FF2B5EF4-FFF2-40B4-BE49-F238E27FC236}">
                <a16:creationId xmlns:a16="http://schemas.microsoft.com/office/drawing/2014/main" id="{1EA5387D-64D8-4D6C-B109-FF4E81DF609A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7" name="Picture 6">
            <a:extLst>
              <a:ext uri="{FF2B5EF4-FFF2-40B4-BE49-F238E27FC236}">
                <a16:creationId xmlns:a16="http://schemas.microsoft.com/office/drawing/2014/main" id="{AC191946-A76B-3695-4751-1B5A7901AAD5}"/>
              </a:ext>
            </a:extLst>
          </p:cNvPr>
          <p:cNvPicPr>
            <a:picLocks noChangeAspect="1"/>
          </p:cNvPicPr>
          <p:nvPr/>
        </p:nvPicPr>
        <p:blipFill>
          <a:blip r:embed="rId2">
            <a:duotone>
              <a:prstClr val="black"/>
              <a:schemeClr val="tx2">
                <a:tint val="45000"/>
                <a:satMod val="400000"/>
              </a:schemeClr>
            </a:duotone>
            <a:alphaModFix amt="30000"/>
          </a:blip>
          <a:srcRect/>
          <a:stretch/>
        </p:blipFill>
        <p:spPr>
          <a:xfrm>
            <a:off x="20" y="10"/>
            <a:ext cx="12191980" cy="6857990"/>
          </a:xfrm>
          <a:prstGeom prst="rect">
            <a:avLst/>
          </a:prstGeom>
        </p:spPr>
      </p:pic>
      <p:pic>
        <p:nvPicPr>
          <p:cNvPr id="18" name="Picture 17">
            <a:extLst>
              <a:ext uri="{FF2B5EF4-FFF2-40B4-BE49-F238E27FC236}">
                <a16:creationId xmlns:a16="http://schemas.microsoft.com/office/drawing/2014/main" id="{6319FFD2-07B5-4029-BFB3-26FCFCC2F1B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Grp="1" noRot="1" noChangeAspect="1" noMove="1" noResize="1" noEditPoints="1" noAdjustHandles="1" noChangeArrowheads="1" noChangeShapeType="1" noCrop="1"/>
          </p:cNvPic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92000" cy="1441450"/>
          </a:xfrm>
          <a:prstGeom prst="rect">
            <a:avLst/>
          </a:prstGeom>
        </p:spPr>
      </p:pic>
      <p:sp>
        <p:nvSpPr>
          <p:cNvPr id="4" name="Title 3">
            <a:extLst>
              <a:ext uri="{FF2B5EF4-FFF2-40B4-BE49-F238E27FC236}">
                <a16:creationId xmlns:a16="http://schemas.microsoft.com/office/drawing/2014/main" id="{A541373F-6A73-4B5F-E4FC-95E89DA1658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895600" y="764373"/>
            <a:ext cx="8610600" cy="1293028"/>
          </a:xfrm>
        </p:spPr>
        <p:txBody>
          <a:bodyPr>
            <a:normAutofit/>
          </a:bodyPr>
          <a:lstStyle/>
          <a:p>
            <a:r>
              <a:rPr lang="en-US" b="1" dirty="0"/>
              <a:t>Introduction to Business Problem</a:t>
            </a:r>
            <a:endParaRPr lang="nb-NO" b="1" dirty="0"/>
          </a:p>
        </p:txBody>
      </p:sp>
      <p:sp>
        <p:nvSpPr>
          <p:cNvPr id="5" name="Content Placeholder 4">
            <a:extLst>
              <a:ext uri="{FF2B5EF4-FFF2-40B4-BE49-F238E27FC236}">
                <a16:creationId xmlns:a16="http://schemas.microsoft.com/office/drawing/2014/main" id="{FFB07957-8AEC-E74B-74C4-5935935C9130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685800" y="2194560"/>
            <a:ext cx="10820400" cy="4024125"/>
          </a:xfrm>
        </p:spPr>
        <p:txBody>
          <a:bodyPr>
            <a:normAutofit lnSpcReduction="10000"/>
          </a:bodyPr>
          <a:lstStyle/>
          <a:p>
            <a:r>
              <a:rPr lang="en-US" err="1">
                <a:latin typeface="Cascadia Mono SemiLight" panose="020B0609020000020004" pitchFamily="49" charset="0"/>
                <a:ea typeface="Cascadia Mono SemiLight" panose="020B0609020000020004" pitchFamily="49" charset="0"/>
                <a:cs typeface="Cascadia Mono SemiLight" panose="020B0609020000020004" pitchFamily="49" charset="0"/>
              </a:rPr>
              <a:t>ShopEasy</a:t>
            </a:r>
            <a:r>
              <a:rPr lang="en-US">
                <a:latin typeface="Cascadia Mono SemiLight" panose="020B0609020000020004" pitchFamily="49" charset="0"/>
                <a:ea typeface="Cascadia Mono SemiLight" panose="020B0609020000020004" pitchFamily="49" charset="0"/>
                <a:cs typeface="Cascadia Mono SemiLight" panose="020B0609020000020004" pitchFamily="49" charset="0"/>
              </a:rPr>
              <a:t>, an online retail business, is facing reduced customer engagement and conversion rates despite launching several new online marketing campaigns. Conduct a detailed analysis and identify areas for improvement in their marketing strategies.</a:t>
            </a:r>
          </a:p>
          <a:p>
            <a:r>
              <a:rPr lang="en-US" b="1">
                <a:latin typeface="Cascadia Mono SemiLight" panose="020B0609020000020004" pitchFamily="49" charset="0"/>
                <a:ea typeface="Cascadia Mono SemiLight" panose="020B0609020000020004" pitchFamily="49" charset="0"/>
                <a:cs typeface="Cascadia Mono SemiLight" panose="020B0609020000020004" pitchFamily="49" charset="0"/>
              </a:rPr>
              <a:t>Key Points:</a:t>
            </a:r>
            <a:endParaRPr lang="en-US">
              <a:latin typeface="Cascadia Mono SemiLight" panose="020B0609020000020004" pitchFamily="49" charset="0"/>
              <a:ea typeface="Cascadia Mono SemiLight" panose="020B0609020000020004" pitchFamily="49" charset="0"/>
              <a:cs typeface="Cascadia Mono SemiLight" panose="020B0609020000020004" pitchFamily="49" charset="0"/>
            </a:endParaRPr>
          </a:p>
          <a:p>
            <a:pPr lvl="1"/>
            <a:r>
              <a:rPr lang="en-US" b="1">
                <a:latin typeface="Cascadia Mono SemiLight" panose="020B0609020000020004" pitchFamily="49" charset="0"/>
                <a:ea typeface="Cascadia Mono SemiLight" panose="020B0609020000020004" pitchFamily="49" charset="0"/>
                <a:cs typeface="Cascadia Mono SemiLight" panose="020B0609020000020004" pitchFamily="49" charset="0"/>
              </a:rPr>
              <a:t>Reduced Customer Engagement:</a:t>
            </a:r>
            <a:r>
              <a:rPr lang="en-US">
                <a:latin typeface="Cascadia Mono SemiLight" panose="020B0609020000020004" pitchFamily="49" charset="0"/>
                <a:ea typeface="Cascadia Mono SemiLight" panose="020B0609020000020004" pitchFamily="49" charset="0"/>
                <a:cs typeface="Cascadia Mono SemiLight" panose="020B0609020000020004" pitchFamily="49" charset="0"/>
              </a:rPr>
              <a:t> The number of customer interactions and engagement with the site and marketing content has declined.</a:t>
            </a:r>
          </a:p>
          <a:p>
            <a:pPr lvl="1"/>
            <a:r>
              <a:rPr lang="en-US" b="1">
                <a:latin typeface="Cascadia Mono SemiLight" panose="020B0609020000020004" pitchFamily="49" charset="0"/>
                <a:ea typeface="Cascadia Mono SemiLight" panose="020B0609020000020004" pitchFamily="49" charset="0"/>
                <a:cs typeface="Cascadia Mono SemiLight" panose="020B0609020000020004" pitchFamily="49" charset="0"/>
              </a:rPr>
              <a:t>Decreased Conversion Rates:</a:t>
            </a:r>
            <a:r>
              <a:rPr lang="en-US">
                <a:latin typeface="Cascadia Mono SemiLight" panose="020B0609020000020004" pitchFamily="49" charset="0"/>
                <a:ea typeface="Cascadia Mono SemiLight" panose="020B0609020000020004" pitchFamily="49" charset="0"/>
                <a:cs typeface="Cascadia Mono SemiLight" panose="020B0609020000020004" pitchFamily="49" charset="0"/>
              </a:rPr>
              <a:t> Fewer site visitors are converting into paying customers.</a:t>
            </a:r>
          </a:p>
          <a:p>
            <a:pPr lvl="1"/>
            <a:r>
              <a:rPr lang="en-US" b="1">
                <a:latin typeface="Cascadia Mono SemiLight" panose="020B0609020000020004" pitchFamily="49" charset="0"/>
                <a:ea typeface="Cascadia Mono SemiLight" panose="020B0609020000020004" pitchFamily="49" charset="0"/>
                <a:cs typeface="Cascadia Mono SemiLight" panose="020B0609020000020004" pitchFamily="49" charset="0"/>
              </a:rPr>
              <a:t>High Marketing Expenses:</a:t>
            </a:r>
            <a:r>
              <a:rPr lang="en-US">
                <a:latin typeface="Cascadia Mono SemiLight" panose="020B0609020000020004" pitchFamily="49" charset="0"/>
                <a:ea typeface="Cascadia Mono SemiLight" panose="020B0609020000020004" pitchFamily="49" charset="0"/>
                <a:cs typeface="Cascadia Mono SemiLight" panose="020B0609020000020004" pitchFamily="49" charset="0"/>
              </a:rPr>
              <a:t> Significant investments in marketing campaigns are not yielding expected returns.</a:t>
            </a:r>
          </a:p>
          <a:p>
            <a:pPr lvl="1"/>
            <a:r>
              <a:rPr lang="en-US" b="1">
                <a:latin typeface="Cascadia Mono SemiLight" panose="020B0609020000020004" pitchFamily="49" charset="0"/>
                <a:ea typeface="Cascadia Mono SemiLight" panose="020B0609020000020004" pitchFamily="49" charset="0"/>
                <a:cs typeface="Cascadia Mono SemiLight" panose="020B0609020000020004" pitchFamily="49" charset="0"/>
              </a:rPr>
              <a:t>Need for Customer Feedback Analysis:</a:t>
            </a:r>
            <a:r>
              <a:rPr lang="en-US">
                <a:latin typeface="Cascadia Mono SemiLight" panose="020B0609020000020004" pitchFamily="49" charset="0"/>
                <a:ea typeface="Cascadia Mono SemiLight" panose="020B0609020000020004" pitchFamily="49" charset="0"/>
                <a:cs typeface="Cascadia Mono SemiLight" panose="020B0609020000020004" pitchFamily="49" charset="0"/>
              </a:rPr>
              <a:t> Understanding customer opinions about products and services is crucial for improving engagement and conversions.</a:t>
            </a:r>
          </a:p>
        </p:txBody>
      </p:sp>
    </p:spTree>
    <p:extLst>
      <p:ext uri="{BB962C8B-B14F-4D97-AF65-F5344CB8AC3E}">
        <p14:creationId xmlns:p14="http://schemas.microsoft.com/office/powerpoint/2010/main" val="1239468500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" name="Rectangle 18">
            <a:extLst>
              <a:ext uri="{FF2B5EF4-FFF2-40B4-BE49-F238E27FC236}">
                <a16:creationId xmlns:a16="http://schemas.microsoft.com/office/drawing/2014/main" id="{1EA5387D-64D8-4D6C-B109-FF4E81DF609A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23C43135-444B-29E1-8EED-8FFA94A031B0}"/>
              </a:ext>
            </a:extLst>
          </p:cNvPr>
          <p:cNvPicPr>
            <a:picLocks noChangeAspect="1"/>
          </p:cNvPicPr>
          <p:nvPr/>
        </p:nvPicPr>
        <p:blipFill>
          <a:blip r:embed="rId2">
            <a:duotone>
              <a:prstClr val="black"/>
              <a:schemeClr val="tx2">
                <a:tint val="45000"/>
                <a:satMod val="400000"/>
              </a:schemeClr>
            </a:duotone>
            <a:alphaModFix amt="30000"/>
          </a:blip>
          <a:srcRect/>
          <a:stretch/>
        </p:blipFill>
        <p:spPr>
          <a:xfrm>
            <a:off x="20" y="10"/>
            <a:ext cx="12191980" cy="6857990"/>
          </a:xfrm>
          <a:prstGeom prst="rect">
            <a:avLst/>
          </a:prstGeom>
        </p:spPr>
      </p:pic>
      <p:pic>
        <p:nvPicPr>
          <p:cNvPr id="21" name="Picture 20">
            <a:extLst>
              <a:ext uri="{FF2B5EF4-FFF2-40B4-BE49-F238E27FC236}">
                <a16:creationId xmlns:a16="http://schemas.microsoft.com/office/drawing/2014/main" id="{6319FFD2-07B5-4029-BFB3-26FCFCC2F1B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Grp="1" noRot="1" noChangeAspect="1" noMove="1" noResize="1" noEditPoints="1" noAdjustHandles="1" noChangeArrowheads="1" noChangeShapeType="1" noCrop="1"/>
          </p:cNvPic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92000" cy="1441450"/>
          </a:xfrm>
          <a:prstGeom prst="rect">
            <a:avLst/>
          </a:prstGeom>
        </p:spPr>
      </p:pic>
      <p:sp>
        <p:nvSpPr>
          <p:cNvPr id="2" name="Title 1">
            <a:extLst>
              <a:ext uri="{FF2B5EF4-FFF2-40B4-BE49-F238E27FC236}">
                <a16:creationId xmlns:a16="http://schemas.microsoft.com/office/drawing/2014/main" id="{25E5519D-E5FA-5BA8-A4BA-A225CA11030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895600" y="764373"/>
            <a:ext cx="8610600" cy="1293028"/>
          </a:xfrm>
        </p:spPr>
        <p:txBody>
          <a:bodyPr>
            <a:normAutofit/>
          </a:bodyPr>
          <a:lstStyle/>
          <a:p>
            <a:r>
              <a:rPr lang="en-US" b="1" dirty="0"/>
              <a:t>Data Analysis to Improve Marketing Strategy</a:t>
            </a:r>
            <a:endParaRPr lang="nb-NO" b="1" dirty="0"/>
          </a:p>
        </p:txBody>
      </p:sp>
      <p:graphicFrame>
        <p:nvGraphicFramePr>
          <p:cNvPr id="23" name="Content Placeholder 2">
            <a:extLst>
              <a:ext uri="{FF2B5EF4-FFF2-40B4-BE49-F238E27FC236}">
                <a16:creationId xmlns:a16="http://schemas.microsoft.com/office/drawing/2014/main" id="{EAFF4E42-E36F-7AF9-2BBF-3BD6D6BE3159}"/>
              </a:ext>
            </a:extLst>
          </p:cNvPr>
          <p:cNvGraphicFramePr>
            <a:graphicFrameLocks noGrp="1"/>
          </p:cNvGraphicFramePr>
          <p:nvPr>
            <p:ph idx="1"/>
          </p:nvPr>
        </p:nvGraphicFramePr>
        <p:xfrm>
          <a:off x="685800" y="2194560"/>
          <a:ext cx="10820400" cy="4024125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4" r:lo="rId5" r:qs="rId6" r:cs="rId7"/>
          </a:graphicData>
        </a:graphic>
      </p:graphicFrame>
    </p:spTree>
    <p:extLst>
      <p:ext uri="{BB962C8B-B14F-4D97-AF65-F5344CB8AC3E}">
        <p14:creationId xmlns:p14="http://schemas.microsoft.com/office/powerpoint/2010/main" val="456862967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9" name="Rounded Rectangle 14">
            <a:extLst>
              <a:ext uri="{FF2B5EF4-FFF2-40B4-BE49-F238E27FC236}">
                <a16:creationId xmlns:a16="http://schemas.microsoft.com/office/drawing/2014/main" id="{843DD86A-8FAA-443F-9211-42A2AE8A790C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4636008" y="0"/>
            <a:ext cx="7555992" cy="6858000"/>
          </a:xfrm>
          <a:prstGeom prst="roundRect">
            <a:avLst>
              <a:gd name="adj" fmla="val 0"/>
            </a:avLst>
          </a:prstGeom>
          <a:ln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1" name="Rectangle 10">
            <a:extLst>
              <a:ext uri="{FF2B5EF4-FFF2-40B4-BE49-F238E27FC236}">
                <a16:creationId xmlns:a16="http://schemas.microsoft.com/office/drawing/2014/main" id="{C2A13AAE-18EB-4BDF-BAF7-F2F97B8D00D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4636008" cy="6858000"/>
          </a:xfrm>
          <a:prstGeom prst="rect">
            <a:avLst/>
          </a:prstGeom>
          <a:solidFill>
            <a:schemeClr val="tx1"/>
          </a:solidFill>
          <a:ln>
            <a:noFill/>
          </a:ln>
          <a:effectLst>
            <a:outerShdw blurRad="63500" dist="38100" algn="l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13" name="Picture 12">
            <a:extLst>
              <a:ext uri="{FF2B5EF4-FFF2-40B4-BE49-F238E27FC236}">
                <a16:creationId xmlns:a16="http://schemas.microsoft.com/office/drawing/2014/main" id="{0F5C1B21-B0DB-4206-99EE-C13D67038B93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Grp="1" noRot="1" noChangeAspect="1" noMove="1" noResize="1" noEditPoints="1" noAdjustHandles="1" noChangeArrowheads="1" noChangeShapeType="1" noCrop="1"/>
          </p:cNvPic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r="61975"/>
          <a:stretch/>
        </p:blipFill>
        <p:spPr>
          <a:xfrm>
            <a:off x="0" y="0"/>
            <a:ext cx="4636008" cy="1441450"/>
          </a:xfrm>
          <a:prstGeom prst="rect">
            <a:avLst/>
          </a:prstGeom>
        </p:spPr>
      </p:pic>
      <p:pic>
        <p:nvPicPr>
          <p:cNvPr id="15" name="Picture 14">
            <a:extLst>
              <a:ext uri="{FF2B5EF4-FFF2-40B4-BE49-F238E27FC236}">
                <a16:creationId xmlns:a16="http://schemas.microsoft.com/office/drawing/2014/main" id="{49261589-06E9-4B7C-A8F1-26648507B77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Grp="1" noRot="1" noChangeAspect="1" noMove="1" noResize="1" noEditPoints="1" noAdjustHandles="1" noChangeArrowheads="1" noChangeShapeType="1" noCrop="1"/>
          </p:cNvPic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PicPr>
        <p:blipFill rotWithShape="1"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r="61975"/>
          <a:stretch/>
        </p:blipFill>
        <p:spPr>
          <a:xfrm>
            <a:off x="0" y="4375150"/>
            <a:ext cx="4636008" cy="2482850"/>
          </a:xfrm>
          <a:prstGeom prst="rect">
            <a:avLst/>
          </a:prstGeom>
        </p:spPr>
      </p:pic>
      <p:sp>
        <p:nvSpPr>
          <p:cNvPr id="2" name="Title 1">
            <a:extLst>
              <a:ext uri="{FF2B5EF4-FFF2-40B4-BE49-F238E27FC236}">
                <a16:creationId xmlns:a16="http://schemas.microsoft.com/office/drawing/2014/main" id="{035C383B-F10C-7ECB-AA0D-9A79BD44F6B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85800" y="1066163"/>
            <a:ext cx="3306744" cy="5148371"/>
          </a:xfrm>
        </p:spPr>
        <p:txBody>
          <a:bodyPr>
            <a:normAutofit/>
          </a:bodyPr>
          <a:lstStyle/>
          <a:p>
            <a:r>
              <a:rPr lang="en-US" sz="3100" b="1">
                <a:solidFill>
                  <a:schemeClr val="bg1"/>
                </a:solidFill>
              </a:rPr>
              <a:t>Key Performance Indicators (KPIs)</a:t>
            </a:r>
            <a:endParaRPr lang="nb-NO" sz="3100" b="1">
              <a:solidFill>
                <a:schemeClr val="bg1"/>
              </a:solidFill>
            </a:endParaRPr>
          </a:p>
        </p:txBody>
      </p:sp>
      <p:graphicFrame>
        <p:nvGraphicFramePr>
          <p:cNvPr id="20" name="Content Placeholder 2">
            <a:extLst>
              <a:ext uri="{FF2B5EF4-FFF2-40B4-BE49-F238E27FC236}">
                <a16:creationId xmlns:a16="http://schemas.microsoft.com/office/drawing/2014/main" id="{67B3EFD7-6727-3ECA-C27C-61C410C0F827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3040744265"/>
              </p:ext>
            </p:extLst>
          </p:nvPr>
        </p:nvGraphicFramePr>
        <p:xfrm>
          <a:off x="5279472" y="746125"/>
          <a:ext cx="6290226" cy="5447745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4" r:lo="rId5" r:qs="rId6" r:cs="rId7"/>
          </a:graphicData>
        </a:graphic>
      </p:graphicFrame>
    </p:spTree>
    <p:extLst>
      <p:ext uri="{BB962C8B-B14F-4D97-AF65-F5344CB8AC3E}">
        <p14:creationId xmlns:p14="http://schemas.microsoft.com/office/powerpoint/2010/main" val="349862419"/>
      </p:ext>
    </p:extLst>
  </p:cSld>
  <p:clrMapOvr>
    <a:overrideClrMapping bg1="lt1" tx1="dk1" bg2="lt2" tx2="dk2" accent1="accent1" accent2="accent2" accent3="accent3" accent4="accent4" accent5="accent5" accent6="accent6" hlink="hlink" folHlink="folHlink"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F41F449-8457-0E38-E3B4-75FA6F83C16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895600" y="764373"/>
            <a:ext cx="8610600" cy="1293028"/>
          </a:xfrm>
        </p:spPr>
        <p:txBody>
          <a:bodyPr>
            <a:normAutofit/>
          </a:bodyPr>
          <a:lstStyle/>
          <a:p>
            <a:r>
              <a:rPr lang="en-US" b="1"/>
              <a:t>Goals</a:t>
            </a:r>
            <a:endParaRPr lang="nb-NO" b="1" dirty="0"/>
          </a:p>
        </p:txBody>
      </p:sp>
      <p:graphicFrame>
        <p:nvGraphicFramePr>
          <p:cNvPr id="31" name="Content Placeholder 2">
            <a:extLst>
              <a:ext uri="{FF2B5EF4-FFF2-40B4-BE49-F238E27FC236}">
                <a16:creationId xmlns:a16="http://schemas.microsoft.com/office/drawing/2014/main" id="{FB062295-E228-1D76-8212-03D4E032DD6F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3250580058"/>
              </p:ext>
            </p:extLst>
          </p:nvPr>
        </p:nvGraphicFramePr>
        <p:xfrm>
          <a:off x="685800" y="2441051"/>
          <a:ext cx="10820400" cy="3530062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2" r:lo="rId3" r:qs="rId4" r:cs="rId5"/>
          </a:graphicData>
        </a:graphic>
      </p:graphicFrame>
    </p:spTree>
    <p:extLst>
      <p:ext uri="{BB962C8B-B14F-4D97-AF65-F5344CB8AC3E}">
        <p14:creationId xmlns:p14="http://schemas.microsoft.com/office/powerpoint/2010/main" val="3166029343"/>
      </p:ext>
    </p:extLst>
  </p:cSld>
  <p:clrMapOvr>
    <a:masterClrMapping/>
  </p:clrMapOvr>
</p:sld>
</file>

<file path=ppt/theme/theme1.xml><?xml version="1.0" encoding="utf-8"?>
<a:theme xmlns:a="http://schemas.openxmlformats.org/drawingml/2006/main" name="Vapor Trail">
  <a:themeElements>
    <a:clrScheme name="Vapor Trail">
      <a:dk1>
        <a:sysClr val="windowText" lastClr="000000"/>
      </a:dk1>
      <a:lt1>
        <a:sysClr val="window" lastClr="FFFFFF"/>
      </a:lt1>
      <a:dk2>
        <a:srgbClr val="454545"/>
      </a:dk2>
      <a:lt2>
        <a:srgbClr val="DADADA"/>
      </a:lt2>
      <a:accent1>
        <a:srgbClr val="DF2E28"/>
      </a:accent1>
      <a:accent2>
        <a:srgbClr val="FE801A"/>
      </a:accent2>
      <a:accent3>
        <a:srgbClr val="E9BF35"/>
      </a:accent3>
      <a:accent4>
        <a:srgbClr val="81BB42"/>
      </a:accent4>
      <a:accent5>
        <a:srgbClr val="32C7A9"/>
      </a:accent5>
      <a:accent6>
        <a:srgbClr val="4A9BDC"/>
      </a:accent6>
      <a:hlink>
        <a:srgbClr val="F0532B"/>
      </a:hlink>
      <a:folHlink>
        <a:srgbClr val="F38B53"/>
      </a:folHlink>
    </a:clrScheme>
    <a:fontScheme name="Vapor Trail">
      <a:majorFont>
        <a:latin typeface="Century Gothic" panose="020B050202020202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entury Gothic" panose="020B050202020202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Vapor Trail">
      <a:fillStyleLst>
        <a:solidFill>
          <a:schemeClr val="phClr"/>
        </a:solidFill>
        <a:gradFill rotWithShape="1">
          <a:gsLst>
            <a:gs pos="0">
              <a:schemeClr val="phClr">
                <a:tint val="69000"/>
                <a:alpha val="100000"/>
                <a:satMod val="109000"/>
                <a:lumMod val="110000"/>
              </a:schemeClr>
            </a:gs>
            <a:gs pos="52000">
              <a:schemeClr val="phClr">
                <a:tint val="74000"/>
                <a:satMod val="100000"/>
                <a:lumMod val="104000"/>
              </a:schemeClr>
            </a:gs>
            <a:gs pos="100000">
              <a:schemeClr val="phClr">
                <a:tint val="78000"/>
                <a:satMod val="100000"/>
                <a:lumMod val="100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tint val="96000"/>
                <a:satMod val="100000"/>
                <a:lumMod val="104000"/>
              </a:schemeClr>
            </a:gs>
            <a:gs pos="78000">
              <a:schemeClr val="phClr">
                <a:shade val="100000"/>
                <a:satMod val="110000"/>
                <a:lumMod val="100000"/>
              </a:schemeClr>
            </a:gs>
          </a:gsLst>
          <a:lin ang="5400000" scaled="0"/>
        </a:gradFill>
      </a:fillStyleLst>
      <a:lnStyleLst>
        <a:ln w="9525" cap="flat" cmpd="sng" algn="ctr">
          <a:solidFill>
            <a:schemeClr val="phClr"/>
          </a:solidFill>
          <a:prstDash val="solid"/>
        </a:ln>
        <a:ln w="12700" cap="flat" cmpd="sng" algn="ctr">
          <a:solidFill>
            <a:schemeClr val="phClr"/>
          </a:solidFill>
          <a:prstDash val="solid"/>
        </a:ln>
        <a:ln w="19050" cap="flat" cmpd="sng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  <a:scene3d>
            <a:camera prst="orthographicFront">
              <a:rot lat="0" lon="0" rev="0"/>
            </a:camera>
            <a:lightRig rig="threePt" dir="t"/>
          </a:scene3d>
          <a:sp3d>
            <a:bevelT w="25400" h="12700"/>
          </a:sp3d>
        </a:effectStyle>
        <a:effectStyle>
          <a:effectLst>
            <a:outerShdw blurRad="57150" dist="19050" dir="5400000" algn="ctr" rotWithShape="0">
              <a:srgbClr val="000000">
                <a:alpha val="48000"/>
              </a:srgbClr>
            </a:outerShdw>
          </a:effectLst>
          <a:scene3d>
            <a:camera prst="orthographicFront">
              <a:rot lat="0" lon="0" rev="0"/>
            </a:camera>
            <a:lightRig rig="threePt" dir="t"/>
          </a:scene3d>
          <a:sp3d>
            <a:bevelT w="50800" h="25400"/>
          </a:sp3d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hade val="98000"/>
                <a:satMod val="150000"/>
                <a:lumMod val="102000"/>
              </a:schemeClr>
            </a:gs>
            <a:gs pos="50000">
              <a:schemeClr val="phClr">
                <a:tint val="98000"/>
                <a:shade val="90000"/>
                <a:satMod val="13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Vapor Trail" id="{4FDF2955-7D9C-493C-B9F9-C205151B46CD}" vid="{8F31A783-2159-4870-BC29-2BA7D038EA44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TM04033937[[fn=Vapor Trail]]</Template>
  <TotalTime>477</TotalTime>
  <Words>353</Words>
  <Application>Microsoft Office PowerPoint</Application>
  <PresentationFormat>Widescreen</PresentationFormat>
  <Paragraphs>27</Paragraphs>
  <Slides>5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5</vt:i4>
      </vt:variant>
    </vt:vector>
  </HeadingPairs>
  <TitlesOfParts>
    <vt:vector size="9" baseType="lpstr">
      <vt:lpstr>Arial</vt:lpstr>
      <vt:lpstr>Cascadia Mono SemiLight</vt:lpstr>
      <vt:lpstr>Century Gothic</vt:lpstr>
      <vt:lpstr>Vapor Trail</vt:lpstr>
      <vt:lpstr>Marketing Analytics Business Case</vt:lpstr>
      <vt:lpstr>Introduction to Business Problem</vt:lpstr>
      <vt:lpstr>Data Analysis to Improve Marketing Strategy</vt:lpstr>
      <vt:lpstr>Key Performance Indicators (KPIs)</vt:lpstr>
      <vt:lpstr>Goals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Ali Ahmad</dc:creator>
  <cp:lastModifiedBy>meher0208@outlook.com</cp:lastModifiedBy>
  <cp:revision>3</cp:revision>
  <dcterms:created xsi:type="dcterms:W3CDTF">2024-07-20T13:50:58Z</dcterms:created>
  <dcterms:modified xsi:type="dcterms:W3CDTF">2025-09-19T08:18:34Z</dcterms:modified>
</cp:coreProperties>
</file>