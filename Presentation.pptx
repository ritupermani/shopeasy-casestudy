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1"/>
  </p:sldMasterIdLst>
  <p:sldIdLst>
    <p:sldId id="256" r:id="rId2"/>
    <p:sldId id="257" r:id="rId3"/>
    <p:sldId id="259" r:id="rId4"/>
    <p:sldId id="258" r:id="rId5"/>
    <p:sldId id="261" r:id="rId6"/>
    <p:sldId id="262"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2E2125-EB2D-4716-8AE2-6679A50160D7}" v="13" dt="2024-09-04T07:40:37.5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789" autoAdjust="0"/>
    <p:restoredTop sz="96236" autoAdjust="0"/>
  </p:normalViewPr>
  <p:slideViewPr>
    <p:cSldViewPr snapToGrid="0">
      <p:cViewPr varScale="1">
        <p:scale>
          <a:sx n="82" d="100"/>
          <a:sy n="82" d="100"/>
        </p:scale>
        <p:origin x="96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i Ahmad" userId="d3510f94-5988-4c3a-9ef9-f2f99b91dc31" providerId="ADAL" clId="{222E2125-EB2D-4716-8AE2-6679A50160D7}"/>
    <pc:docChg chg="undo custSel addSld delSld modSld sldOrd">
      <pc:chgData name="Ali Ahmad" userId="d3510f94-5988-4c3a-9ef9-f2f99b91dc31" providerId="ADAL" clId="{222E2125-EB2D-4716-8AE2-6679A50160D7}" dt="2024-09-04T07:45:05.364" v="1498" actId="1076"/>
      <pc:docMkLst>
        <pc:docMk/>
      </pc:docMkLst>
      <pc:sldChg chg="modSp new mod">
        <pc:chgData name="Ali Ahmad" userId="d3510f94-5988-4c3a-9ef9-f2f99b91dc31" providerId="ADAL" clId="{222E2125-EB2D-4716-8AE2-6679A50160D7}" dt="2024-09-03T16:37:36.908" v="1372" actId="20577"/>
        <pc:sldMkLst>
          <pc:docMk/>
          <pc:sldMk cId="542270636" sldId="256"/>
        </pc:sldMkLst>
        <pc:spChg chg="mod">
          <ac:chgData name="Ali Ahmad" userId="d3510f94-5988-4c3a-9ef9-f2f99b91dc31" providerId="ADAL" clId="{222E2125-EB2D-4716-8AE2-6679A50160D7}" dt="2024-09-03T15:18:09.861" v="60"/>
          <ac:spMkLst>
            <pc:docMk/>
            <pc:sldMk cId="542270636" sldId="256"/>
            <ac:spMk id="2" creationId="{A193D5CC-2FCA-6593-9BCE-672700C84C63}"/>
          </ac:spMkLst>
        </pc:spChg>
        <pc:spChg chg="mod">
          <ac:chgData name="Ali Ahmad" userId="d3510f94-5988-4c3a-9ef9-f2f99b91dc31" providerId="ADAL" clId="{222E2125-EB2D-4716-8AE2-6679A50160D7}" dt="2024-09-03T16:37:36.908" v="1372" actId="20577"/>
          <ac:spMkLst>
            <pc:docMk/>
            <pc:sldMk cId="542270636" sldId="256"/>
            <ac:spMk id="3" creationId="{F3978D01-91D1-9F24-CCFC-EB29E23342F8}"/>
          </ac:spMkLst>
        </pc:spChg>
      </pc:sldChg>
      <pc:sldChg chg="addSp delSp modSp new mod modClrScheme chgLayout">
        <pc:chgData name="Ali Ahmad" userId="d3510f94-5988-4c3a-9ef9-f2f99b91dc31" providerId="ADAL" clId="{222E2125-EB2D-4716-8AE2-6679A50160D7}" dt="2024-09-04T07:41:01.756" v="1492" actId="27636"/>
        <pc:sldMkLst>
          <pc:docMk/>
          <pc:sldMk cId="2515083719" sldId="257"/>
        </pc:sldMkLst>
        <pc:spChg chg="del mod ord">
          <ac:chgData name="Ali Ahmad" userId="d3510f94-5988-4c3a-9ef9-f2f99b91dc31" providerId="ADAL" clId="{222E2125-EB2D-4716-8AE2-6679A50160D7}" dt="2024-09-03T15:18:13.844" v="61" actId="700"/>
          <ac:spMkLst>
            <pc:docMk/>
            <pc:sldMk cId="2515083719" sldId="257"/>
            <ac:spMk id="2" creationId="{7A393D28-80C5-2EA3-AB47-7C2547243E14}"/>
          </ac:spMkLst>
        </pc:spChg>
        <pc:spChg chg="del mod ord">
          <ac:chgData name="Ali Ahmad" userId="d3510f94-5988-4c3a-9ef9-f2f99b91dc31" providerId="ADAL" clId="{222E2125-EB2D-4716-8AE2-6679A50160D7}" dt="2024-09-03T15:18:13.844" v="61" actId="700"/>
          <ac:spMkLst>
            <pc:docMk/>
            <pc:sldMk cId="2515083719" sldId="257"/>
            <ac:spMk id="3" creationId="{76C4CED6-6EB1-E0A7-D00F-4C229F9B425D}"/>
          </ac:spMkLst>
        </pc:spChg>
        <pc:spChg chg="add mod ord">
          <ac:chgData name="Ali Ahmad" userId="d3510f94-5988-4c3a-9ef9-f2f99b91dc31" providerId="ADAL" clId="{222E2125-EB2D-4716-8AE2-6679A50160D7}" dt="2024-09-03T15:18:24.578" v="72" actId="700"/>
          <ac:spMkLst>
            <pc:docMk/>
            <pc:sldMk cId="2515083719" sldId="257"/>
            <ac:spMk id="4" creationId="{E14306C0-546A-60F1-F05E-BED638FBB9EB}"/>
          </ac:spMkLst>
        </pc:spChg>
        <pc:spChg chg="add del mod ord">
          <ac:chgData name="Ali Ahmad" userId="d3510f94-5988-4c3a-9ef9-f2f99b91dc31" providerId="ADAL" clId="{222E2125-EB2D-4716-8AE2-6679A50160D7}" dt="2024-09-03T15:18:24.578" v="72" actId="700"/>
          <ac:spMkLst>
            <pc:docMk/>
            <pc:sldMk cId="2515083719" sldId="257"/>
            <ac:spMk id="5" creationId="{FCD3770C-77AD-7DC6-979D-30BB4E126742}"/>
          </ac:spMkLst>
        </pc:spChg>
        <pc:spChg chg="add mod ord">
          <ac:chgData name="Ali Ahmad" userId="d3510f94-5988-4c3a-9ef9-f2f99b91dc31" providerId="ADAL" clId="{222E2125-EB2D-4716-8AE2-6679A50160D7}" dt="2024-09-04T07:41:01.756" v="1492" actId="27636"/>
          <ac:spMkLst>
            <pc:docMk/>
            <pc:sldMk cId="2515083719" sldId="257"/>
            <ac:spMk id="6" creationId="{63336F16-91A5-5CAF-84F3-64F6D6DE9D0D}"/>
          </ac:spMkLst>
        </pc:spChg>
        <pc:spChg chg="add del mod ord">
          <ac:chgData name="Ali Ahmad" userId="d3510f94-5988-4c3a-9ef9-f2f99b91dc31" providerId="ADAL" clId="{222E2125-EB2D-4716-8AE2-6679A50160D7}" dt="2024-09-03T16:02:44.317" v="326" actId="478"/>
          <ac:spMkLst>
            <pc:docMk/>
            <pc:sldMk cId="2515083719" sldId="257"/>
            <ac:spMk id="7" creationId="{EE07C867-FC63-18CC-2DA3-6A428F4DC2EF}"/>
          </ac:spMkLst>
        </pc:spChg>
        <pc:spChg chg="add mod">
          <ac:chgData name="Ali Ahmad" userId="d3510f94-5988-4c3a-9ef9-f2f99b91dc31" providerId="ADAL" clId="{222E2125-EB2D-4716-8AE2-6679A50160D7}" dt="2024-09-03T16:04:18.222" v="344" actId="1582"/>
          <ac:spMkLst>
            <pc:docMk/>
            <pc:sldMk cId="2515083719" sldId="257"/>
            <ac:spMk id="13" creationId="{DB459B85-8FF8-3F68-F083-4F22D9FF99A0}"/>
          </ac:spMkLst>
        </pc:spChg>
        <pc:spChg chg="add mod">
          <ac:chgData name="Ali Ahmad" userId="d3510f94-5988-4c3a-9ef9-f2f99b91dc31" providerId="ADAL" clId="{222E2125-EB2D-4716-8AE2-6679A50160D7}" dt="2024-09-03T16:04:44.532" v="348" actId="1582"/>
          <ac:spMkLst>
            <pc:docMk/>
            <pc:sldMk cId="2515083719" sldId="257"/>
            <ac:spMk id="14" creationId="{622A03A8-9FE6-D649-8831-F488E4DEDF7E}"/>
          </ac:spMkLst>
        </pc:spChg>
        <pc:spChg chg="add">
          <ac:chgData name="Ali Ahmad" userId="d3510f94-5988-4c3a-9ef9-f2f99b91dc31" providerId="ADAL" clId="{222E2125-EB2D-4716-8AE2-6679A50160D7}" dt="2024-09-03T16:13:31.555" v="952"/>
          <ac:spMkLst>
            <pc:docMk/>
            <pc:sldMk cId="2515083719" sldId="257"/>
            <ac:spMk id="15" creationId="{295AA5A2-9F1E-9394-4498-BBF6697908B2}"/>
          </ac:spMkLst>
        </pc:spChg>
        <pc:picChg chg="add mod">
          <ac:chgData name="Ali Ahmad" userId="d3510f94-5988-4c3a-9ef9-f2f99b91dc31" providerId="ADAL" clId="{222E2125-EB2D-4716-8AE2-6679A50160D7}" dt="2024-09-03T16:02:57.567" v="333" actId="14100"/>
          <ac:picMkLst>
            <pc:docMk/>
            <pc:sldMk cId="2515083719" sldId="257"/>
            <ac:picMk id="9" creationId="{A4B5E61A-E8B6-7D8E-F737-6F1E0A482992}"/>
          </ac:picMkLst>
        </pc:picChg>
        <pc:cxnChg chg="add mod">
          <ac:chgData name="Ali Ahmad" userId="d3510f94-5988-4c3a-9ef9-f2f99b91dc31" providerId="ADAL" clId="{222E2125-EB2D-4716-8AE2-6679A50160D7}" dt="2024-09-03T16:03:44.742" v="340" actId="208"/>
          <ac:cxnSpMkLst>
            <pc:docMk/>
            <pc:sldMk cId="2515083719" sldId="257"/>
            <ac:cxnSpMk id="11" creationId="{EB0B3192-656E-0734-EE42-F4DBBB67D9E3}"/>
          </ac:cxnSpMkLst>
        </pc:cxnChg>
      </pc:sldChg>
      <pc:sldChg chg="addSp delSp modSp new del mod chgLayout">
        <pc:chgData name="Ali Ahmad" userId="d3510f94-5988-4c3a-9ef9-f2f99b91dc31" providerId="ADAL" clId="{222E2125-EB2D-4716-8AE2-6679A50160D7}" dt="2024-09-03T15:16:31.997" v="58" actId="47"/>
        <pc:sldMkLst>
          <pc:docMk/>
          <pc:sldMk cId="3522981326" sldId="257"/>
        </pc:sldMkLst>
        <pc:spChg chg="mod ord">
          <ac:chgData name="Ali Ahmad" userId="d3510f94-5988-4c3a-9ef9-f2f99b91dc31" providerId="ADAL" clId="{222E2125-EB2D-4716-8AE2-6679A50160D7}" dt="2024-09-03T15:16:28.679" v="57" actId="6264"/>
          <ac:spMkLst>
            <pc:docMk/>
            <pc:sldMk cId="3522981326" sldId="257"/>
            <ac:spMk id="2" creationId="{2B8E4871-5F06-CDF8-BA7B-91001F7DE42C}"/>
          </ac:spMkLst>
        </pc:spChg>
        <pc:spChg chg="del">
          <ac:chgData name="Ali Ahmad" userId="d3510f94-5988-4c3a-9ef9-f2f99b91dc31" providerId="ADAL" clId="{222E2125-EB2D-4716-8AE2-6679A50160D7}" dt="2024-09-03T15:16:28.679" v="57" actId="6264"/>
          <ac:spMkLst>
            <pc:docMk/>
            <pc:sldMk cId="3522981326" sldId="257"/>
            <ac:spMk id="3" creationId="{297281F5-03AD-3AB9-90FB-5A7B57F1C027}"/>
          </ac:spMkLst>
        </pc:spChg>
        <pc:spChg chg="add del mod">
          <ac:chgData name="Ali Ahmad" userId="d3510f94-5988-4c3a-9ef9-f2f99b91dc31" providerId="ADAL" clId="{222E2125-EB2D-4716-8AE2-6679A50160D7}" dt="2024-09-03T15:16:28.679" v="57" actId="6264"/>
          <ac:spMkLst>
            <pc:docMk/>
            <pc:sldMk cId="3522981326" sldId="257"/>
            <ac:spMk id="4" creationId="{942B70C4-0120-DCA4-F3EB-C7E2BADDF0DC}"/>
          </ac:spMkLst>
        </pc:spChg>
        <pc:spChg chg="add mod ord">
          <ac:chgData name="Ali Ahmad" userId="d3510f94-5988-4c3a-9ef9-f2f99b91dc31" providerId="ADAL" clId="{222E2125-EB2D-4716-8AE2-6679A50160D7}" dt="2024-09-03T15:16:28.679" v="57" actId="6264"/>
          <ac:spMkLst>
            <pc:docMk/>
            <pc:sldMk cId="3522981326" sldId="257"/>
            <ac:spMk id="5" creationId="{A3BC341F-F120-16F1-4132-DCA500ECB8BD}"/>
          </ac:spMkLst>
        </pc:spChg>
      </pc:sldChg>
      <pc:sldChg chg="addSp delSp modSp new mod">
        <pc:chgData name="Ali Ahmad" userId="d3510f94-5988-4c3a-9ef9-f2f99b91dc31" providerId="ADAL" clId="{222E2125-EB2D-4716-8AE2-6679A50160D7}" dt="2024-09-03T16:24:07.947" v="1149" actId="20577"/>
        <pc:sldMkLst>
          <pc:docMk/>
          <pc:sldMk cId="333086832" sldId="258"/>
        </pc:sldMkLst>
        <pc:spChg chg="mod">
          <ac:chgData name="Ali Ahmad" userId="d3510f94-5988-4c3a-9ef9-f2f99b91dc31" providerId="ADAL" clId="{222E2125-EB2D-4716-8AE2-6679A50160D7}" dt="2024-09-03T15:18:54.626" v="95" actId="113"/>
          <ac:spMkLst>
            <pc:docMk/>
            <pc:sldMk cId="333086832" sldId="258"/>
            <ac:spMk id="2" creationId="{FF441323-4EC6-EDBF-8B2F-91031692055C}"/>
          </ac:spMkLst>
        </pc:spChg>
        <pc:spChg chg="mod">
          <ac:chgData name="Ali Ahmad" userId="d3510f94-5988-4c3a-9ef9-f2f99b91dc31" providerId="ADAL" clId="{222E2125-EB2D-4716-8AE2-6679A50160D7}" dt="2024-09-03T16:24:07.947" v="1149" actId="20577"/>
          <ac:spMkLst>
            <pc:docMk/>
            <pc:sldMk cId="333086832" sldId="258"/>
            <ac:spMk id="3" creationId="{864EEEC7-BFE3-E8A1-062C-F7A682CE01AD}"/>
          </ac:spMkLst>
        </pc:spChg>
        <pc:spChg chg="del">
          <ac:chgData name="Ali Ahmad" userId="d3510f94-5988-4c3a-9ef9-f2f99b91dc31" providerId="ADAL" clId="{222E2125-EB2D-4716-8AE2-6679A50160D7}" dt="2024-09-03T16:21:35.306" v="1089" actId="478"/>
          <ac:spMkLst>
            <pc:docMk/>
            <pc:sldMk cId="333086832" sldId="258"/>
            <ac:spMk id="4" creationId="{21117778-FAB9-1335-5CF3-2233C4E4C342}"/>
          </ac:spMkLst>
        </pc:spChg>
        <pc:picChg chg="add mod">
          <ac:chgData name="Ali Ahmad" userId="d3510f94-5988-4c3a-9ef9-f2f99b91dc31" providerId="ADAL" clId="{222E2125-EB2D-4716-8AE2-6679A50160D7}" dt="2024-09-03T16:22:09.556" v="1099" actId="1076"/>
          <ac:picMkLst>
            <pc:docMk/>
            <pc:sldMk cId="333086832" sldId="258"/>
            <ac:picMk id="6" creationId="{AA51A6C3-8D7F-42D5-A580-31B5CCF978A2}"/>
          </ac:picMkLst>
        </pc:picChg>
        <pc:picChg chg="add mod">
          <ac:chgData name="Ali Ahmad" userId="d3510f94-5988-4c3a-9ef9-f2f99b91dc31" providerId="ADAL" clId="{222E2125-EB2D-4716-8AE2-6679A50160D7}" dt="2024-09-03T16:22:10.559" v="1100" actId="1076"/>
          <ac:picMkLst>
            <pc:docMk/>
            <pc:sldMk cId="333086832" sldId="258"/>
            <ac:picMk id="8" creationId="{E1183400-4357-3720-F656-7CDAD9955152}"/>
          </ac:picMkLst>
        </pc:picChg>
        <pc:cxnChg chg="add mod">
          <ac:chgData name="Ali Ahmad" userId="d3510f94-5988-4c3a-9ef9-f2f99b91dc31" providerId="ADAL" clId="{222E2125-EB2D-4716-8AE2-6679A50160D7}" dt="2024-09-03T16:23:53.021" v="1137" actId="1076"/>
          <ac:cxnSpMkLst>
            <pc:docMk/>
            <pc:sldMk cId="333086832" sldId="258"/>
            <ac:cxnSpMk id="9" creationId="{1F4F75BE-DDC1-8FDE-9EA6-5BAC6391EC05}"/>
          </ac:cxnSpMkLst>
        </pc:cxnChg>
      </pc:sldChg>
      <pc:sldChg chg="addSp delSp modSp new mod ord">
        <pc:chgData name="Ali Ahmad" userId="d3510f94-5988-4c3a-9ef9-f2f99b91dc31" providerId="ADAL" clId="{222E2125-EB2D-4716-8AE2-6679A50160D7}" dt="2024-09-04T07:45:05.364" v="1498" actId="1076"/>
        <pc:sldMkLst>
          <pc:docMk/>
          <pc:sldMk cId="1244894969" sldId="259"/>
        </pc:sldMkLst>
        <pc:spChg chg="mod">
          <ac:chgData name="Ali Ahmad" userId="d3510f94-5988-4c3a-9ef9-f2f99b91dc31" providerId="ADAL" clId="{222E2125-EB2D-4716-8AE2-6679A50160D7}" dt="2024-09-03T15:19:03.874" v="124" actId="20577"/>
          <ac:spMkLst>
            <pc:docMk/>
            <pc:sldMk cId="1244894969" sldId="259"/>
            <ac:spMk id="2" creationId="{1FE24B03-AA3A-063B-47A9-E6D9E66527A3}"/>
          </ac:spMkLst>
        </pc:spChg>
        <pc:spChg chg="mod">
          <ac:chgData name="Ali Ahmad" userId="d3510f94-5988-4c3a-9ef9-f2f99b91dc31" providerId="ADAL" clId="{222E2125-EB2D-4716-8AE2-6679A50160D7}" dt="2024-09-04T07:45:00.480" v="1497" actId="20577"/>
          <ac:spMkLst>
            <pc:docMk/>
            <pc:sldMk cId="1244894969" sldId="259"/>
            <ac:spMk id="3" creationId="{4F670CE0-1CA8-715A-00A3-F38DAB303988}"/>
          </ac:spMkLst>
        </pc:spChg>
        <pc:spChg chg="del">
          <ac:chgData name="Ali Ahmad" userId="d3510f94-5988-4c3a-9ef9-f2f99b91dc31" providerId="ADAL" clId="{222E2125-EB2D-4716-8AE2-6679A50160D7}" dt="2024-09-03T16:08:21.632" v="712" actId="478"/>
          <ac:spMkLst>
            <pc:docMk/>
            <pc:sldMk cId="1244894969" sldId="259"/>
            <ac:spMk id="4" creationId="{E1229AC5-28DB-D487-D28C-681D45C4F869}"/>
          </ac:spMkLst>
        </pc:spChg>
        <pc:spChg chg="add mod">
          <ac:chgData name="Ali Ahmad" userId="d3510f94-5988-4c3a-9ef9-f2f99b91dc31" providerId="ADAL" clId="{222E2125-EB2D-4716-8AE2-6679A50160D7}" dt="2024-09-04T07:45:05.364" v="1498" actId="1076"/>
          <ac:spMkLst>
            <pc:docMk/>
            <pc:sldMk cId="1244894969" sldId="259"/>
            <ac:spMk id="7" creationId="{9AE336E2-BFE9-301A-AFA2-2180EEC07102}"/>
          </ac:spMkLst>
        </pc:spChg>
        <pc:spChg chg="add mod">
          <ac:chgData name="Ali Ahmad" userId="d3510f94-5988-4c3a-9ef9-f2f99b91dc31" providerId="ADAL" clId="{222E2125-EB2D-4716-8AE2-6679A50160D7}" dt="2024-09-03T16:23:25.512" v="1135" actId="208"/>
          <ac:spMkLst>
            <pc:docMk/>
            <pc:sldMk cId="1244894969" sldId="259"/>
            <ac:spMk id="8" creationId="{2F76FB0A-6CB5-47EB-50C2-6A2B95E1B209}"/>
          </ac:spMkLst>
        </pc:spChg>
        <pc:picChg chg="add mod modCrop">
          <ac:chgData name="Ali Ahmad" userId="d3510f94-5988-4c3a-9ef9-f2f99b91dc31" providerId="ADAL" clId="{222E2125-EB2D-4716-8AE2-6679A50160D7}" dt="2024-09-03T16:18:57.251" v="1048" actId="14100"/>
          <ac:picMkLst>
            <pc:docMk/>
            <pc:sldMk cId="1244894969" sldId="259"/>
            <ac:picMk id="6" creationId="{A50E1FC3-538B-418A-C72B-4CCF4A773035}"/>
          </ac:picMkLst>
        </pc:picChg>
      </pc:sldChg>
      <pc:sldChg chg="modSp new del mod">
        <pc:chgData name="Ali Ahmad" userId="d3510f94-5988-4c3a-9ef9-f2f99b91dc31" providerId="ADAL" clId="{222E2125-EB2D-4716-8AE2-6679A50160D7}" dt="2024-09-03T16:06:58.227" v="711" actId="2696"/>
        <pc:sldMkLst>
          <pc:docMk/>
          <pc:sldMk cId="1239009992" sldId="260"/>
        </pc:sldMkLst>
        <pc:spChg chg="mod">
          <ac:chgData name="Ali Ahmad" userId="d3510f94-5988-4c3a-9ef9-f2f99b91dc31" providerId="ADAL" clId="{222E2125-EB2D-4716-8AE2-6679A50160D7}" dt="2024-09-03T15:19:13.315" v="154" actId="20577"/>
          <ac:spMkLst>
            <pc:docMk/>
            <pc:sldMk cId="1239009992" sldId="260"/>
            <ac:spMk id="2" creationId="{D7C28A1F-64A5-4C7A-A46C-4BA2B1EEA769}"/>
          </ac:spMkLst>
        </pc:spChg>
      </pc:sldChg>
      <pc:sldChg chg="addSp delSp modSp new mod">
        <pc:chgData name="Ali Ahmad" userId="d3510f94-5988-4c3a-9ef9-f2f99b91dc31" providerId="ADAL" clId="{222E2125-EB2D-4716-8AE2-6679A50160D7}" dt="2024-09-03T16:29:28.807" v="1193" actId="20577"/>
        <pc:sldMkLst>
          <pc:docMk/>
          <pc:sldMk cId="1008302173" sldId="261"/>
        </pc:sldMkLst>
        <pc:spChg chg="mod">
          <ac:chgData name="Ali Ahmad" userId="d3510f94-5988-4c3a-9ef9-f2f99b91dc31" providerId="ADAL" clId="{222E2125-EB2D-4716-8AE2-6679A50160D7}" dt="2024-09-03T15:19:21.270" v="181" actId="20577"/>
          <ac:spMkLst>
            <pc:docMk/>
            <pc:sldMk cId="1008302173" sldId="261"/>
            <ac:spMk id="2" creationId="{1F1EED45-DF7A-8484-AA42-BF4F3443B7AD}"/>
          </ac:spMkLst>
        </pc:spChg>
        <pc:spChg chg="mod">
          <ac:chgData name="Ali Ahmad" userId="d3510f94-5988-4c3a-9ef9-f2f99b91dc31" providerId="ADAL" clId="{222E2125-EB2D-4716-8AE2-6679A50160D7}" dt="2024-09-03T16:29:28.807" v="1193" actId="20577"/>
          <ac:spMkLst>
            <pc:docMk/>
            <pc:sldMk cId="1008302173" sldId="261"/>
            <ac:spMk id="3" creationId="{4071300D-C04A-F902-6B47-B80F46573FFC}"/>
          </ac:spMkLst>
        </pc:spChg>
        <pc:spChg chg="del">
          <ac:chgData name="Ali Ahmad" userId="d3510f94-5988-4c3a-9ef9-f2f99b91dc31" providerId="ADAL" clId="{222E2125-EB2D-4716-8AE2-6679A50160D7}" dt="2024-09-03T16:26:24.828" v="1150" actId="478"/>
          <ac:spMkLst>
            <pc:docMk/>
            <pc:sldMk cId="1008302173" sldId="261"/>
            <ac:spMk id="4" creationId="{74BF5279-F628-D54B-E742-AE5C61417D53}"/>
          </ac:spMkLst>
        </pc:spChg>
        <pc:picChg chg="add mod">
          <ac:chgData name="Ali Ahmad" userId="d3510f94-5988-4c3a-9ef9-f2f99b91dc31" providerId="ADAL" clId="{222E2125-EB2D-4716-8AE2-6679A50160D7}" dt="2024-09-03T16:27:30.108" v="1161" actId="1076"/>
          <ac:picMkLst>
            <pc:docMk/>
            <pc:sldMk cId="1008302173" sldId="261"/>
            <ac:picMk id="6" creationId="{6CED0410-4F2A-A9C9-D932-F9B967B23698}"/>
          </ac:picMkLst>
        </pc:picChg>
        <pc:picChg chg="add mod">
          <ac:chgData name="Ali Ahmad" userId="d3510f94-5988-4c3a-9ef9-f2f99b91dc31" providerId="ADAL" clId="{222E2125-EB2D-4716-8AE2-6679A50160D7}" dt="2024-09-03T16:27:33.699" v="1162" actId="1076"/>
          <ac:picMkLst>
            <pc:docMk/>
            <pc:sldMk cId="1008302173" sldId="261"/>
            <ac:picMk id="8" creationId="{8235AC8E-B5B5-1F1D-B78B-959EA72187AF}"/>
          </ac:picMkLst>
        </pc:picChg>
      </pc:sldChg>
      <pc:sldChg chg="addSp delSp modSp new mod modClrScheme chgLayout">
        <pc:chgData name="Ali Ahmad" userId="d3510f94-5988-4c3a-9ef9-f2f99b91dc31" providerId="ADAL" clId="{222E2125-EB2D-4716-8AE2-6679A50160D7}" dt="2024-09-03T16:35:07.273" v="1348" actId="27636"/>
        <pc:sldMkLst>
          <pc:docMk/>
          <pc:sldMk cId="75864475" sldId="262"/>
        </pc:sldMkLst>
        <pc:spChg chg="mod ord">
          <ac:chgData name="Ali Ahmad" userId="d3510f94-5988-4c3a-9ef9-f2f99b91dc31" providerId="ADAL" clId="{222E2125-EB2D-4716-8AE2-6679A50160D7}" dt="2024-09-03T16:34:04.728" v="1302" actId="700"/>
          <ac:spMkLst>
            <pc:docMk/>
            <pc:sldMk cId="75864475" sldId="262"/>
            <ac:spMk id="2" creationId="{891BB6A6-744C-74B5-068C-31DF311F2E42}"/>
          </ac:spMkLst>
        </pc:spChg>
        <pc:spChg chg="del mod ord">
          <ac:chgData name="Ali Ahmad" userId="d3510f94-5988-4c3a-9ef9-f2f99b91dc31" providerId="ADAL" clId="{222E2125-EB2D-4716-8AE2-6679A50160D7}" dt="2024-09-03T15:19:37.456" v="192" actId="700"/>
          <ac:spMkLst>
            <pc:docMk/>
            <pc:sldMk cId="75864475" sldId="262"/>
            <ac:spMk id="3" creationId="{E627562F-222F-3E4F-CE3D-8BF0ABBF1EA2}"/>
          </ac:spMkLst>
        </pc:spChg>
        <pc:spChg chg="del">
          <ac:chgData name="Ali Ahmad" userId="d3510f94-5988-4c3a-9ef9-f2f99b91dc31" providerId="ADAL" clId="{222E2125-EB2D-4716-8AE2-6679A50160D7}" dt="2024-09-03T15:19:37.456" v="192" actId="700"/>
          <ac:spMkLst>
            <pc:docMk/>
            <pc:sldMk cId="75864475" sldId="262"/>
            <ac:spMk id="4" creationId="{CDFB078A-4A14-BF1E-1991-0A7AE98B97C8}"/>
          </ac:spMkLst>
        </pc:spChg>
        <pc:spChg chg="add mod ord">
          <ac:chgData name="Ali Ahmad" userId="d3510f94-5988-4c3a-9ef9-f2f99b91dc31" providerId="ADAL" clId="{222E2125-EB2D-4716-8AE2-6679A50160D7}" dt="2024-09-03T16:35:07.273" v="1348" actId="27636"/>
          <ac:spMkLst>
            <pc:docMk/>
            <pc:sldMk cId="75864475" sldId="262"/>
            <ac:spMk id="5" creationId="{078AD1BC-ECB0-8FAC-B8AF-195F4DF85279}"/>
          </ac:spMkLst>
        </pc:spChg>
        <pc:spChg chg="add del mod ord">
          <ac:chgData name="Ali Ahmad" userId="d3510f94-5988-4c3a-9ef9-f2f99b91dc31" providerId="ADAL" clId="{222E2125-EB2D-4716-8AE2-6679A50160D7}" dt="2024-09-03T16:30:13.279" v="1194" actId="700"/>
          <ac:spMkLst>
            <pc:docMk/>
            <pc:sldMk cId="75864475" sldId="262"/>
            <ac:spMk id="6" creationId="{32AE3758-99C3-1D5E-341A-FA03621D51B6}"/>
          </ac:spMkLst>
        </pc:spChg>
        <pc:spChg chg="add mod ord">
          <ac:chgData name="Ali Ahmad" userId="d3510f94-5988-4c3a-9ef9-f2f99b91dc31" providerId="ADAL" clId="{222E2125-EB2D-4716-8AE2-6679A50160D7}" dt="2024-09-03T16:34:11.796" v="1317" actId="20577"/>
          <ac:spMkLst>
            <pc:docMk/>
            <pc:sldMk cId="75864475" sldId="262"/>
            <ac:spMk id="7" creationId="{6DB5C43B-E784-C9BD-AFBF-26FC1D8FD751}"/>
          </ac:spMkLst>
        </pc:spChg>
        <pc:spChg chg="add mod ord">
          <ac:chgData name="Ali Ahmad" userId="d3510f94-5988-4c3a-9ef9-f2f99b91dc31" providerId="ADAL" clId="{222E2125-EB2D-4716-8AE2-6679A50160D7}" dt="2024-09-03T16:34:57.656" v="1344" actId="20577"/>
          <ac:spMkLst>
            <pc:docMk/>
            <pc:sldMk cId="75864475" sldId="262"/>
            <ac:spMk id="8" creationId="{D493FBA5-1FCE-4950-5EC5-479C0DE4BFE7}"/>
          </ac:spMkLst>
        </pc:spChg>
        <pc:spChg chg="add mod ord">
          <ac:chgData name="Ali Ahmad" userId="d3510f94-5988-4c3a-9ef9-f2f99b91dc31" providerId="ADAL" clId="{222E2125-EB2D-4716-8AE2-6679A50160D7}" dt="2024-09-03T16:34:53.010" v="1337" actId="14100"/>
          <ac:spMkLst>
            <pc:docMk/>
            <pc:sldMk cId="75864475" sldId="262"/>
            <ac:spMk id="9" creationId="{8BB130CF-2DD1-4F93-32BF-851910EF2C22}"/>
          </ac:spMkLst>
        </pc:spChg>
      </pc:sldChg>
      <pc:sldMasterChg chg="addSldLayout">
        <pc:chgData name="Ali Ahmad" userId="d3510f94-5988-4c3a-9ef9-f2f99b91dc31" providerId="ADAL" clId="{222E2125-EB2D-4716-8AE2-6679A50160D7}" dt="2024-09-03T15:16:07.392" v="0" actId="680"/>
        <pc:sldMasterMkLst>
          <pc:docMk/>
          <pc:sldMasterMk cId="1224790544" sldId="2147483648"/>
        </pc:sldMasterMkLst>
        <pc:sldLayoutChg chg="add">
          <pc:chgData name="Ali Ahmad" userId="d3510f94-5988-4c3a-9ef9-f2f99b91dc31" providerId="ADAL" clId="{222E2125-EB2D-4716-8AE2-6679A50160D7}" dt="2024-09-03T15:16:07.392" v="0" actId="680"/>
          <pc:sldLayoutMkLst>
            <pc:docMk/>
            <pc:sldMasterMk cId="1224790544" sldId="2147483648"/>
            <pc:sldLayoutMk cId="3200753223" sldId="2147483649"/>
          </pc:sldLayoutMkLst>
        </pc:sldLayoutChg>
      </pc:sldMaster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E180637-94F2-46B7-8C40-36F33A05E04F}" type="doc">
      <dgm:prSet loTypeId="urn:microsoft.com/office/officeart/2018/2/layout/IconLabelDescriptionList" loCatId="icon" qsTypeId="urn:microsoft.com/office/officeart/2005/8/quickstyle/simple1" qsCatId="simple" csTypeId="urn:microsoft.com/office/officeart/2005/8/colors/accent1_2" csCatId="accent1" phldr="1"/>
      <dgm:spPr/>
      <dgm:t>
        <a:bodyPr/>
        <a:lstStyle/>
        <a:p>
          <a:endParaRPr lang="en-US"/>
        </a:p>
      </dgm:t>
    </dgm:pt>
    <dgm:pt modelId="{FA73949F-1360-4B8C-8C27-8B08C24B3027}">
      <dgm:prSet/>
      <dgm:spPr/>
      <dgm:t>
        <a:bodyPr/>
        <a:lstStyle/>
        <a:p>
          <a:pPr>
            <a:lnSpc>
              <a:spcPct val="100000"/>
            </a:lnSpc>
            <a:defRPr b="1"/>
          </a:pPr>
          <a:r>
            <a:rPr lang="en-US" b="1" dirty="0">
              <a:latin typeface="Bahnschrift Light SemiCondensed" panose="020B0502040204020203" pitchFamily="34" charset="0"/>
            </a:rPr>
            <a:t>Increase Conversion Rates:</a:t>
          </a:r>
          <a:endParaRPr lang="en-US" dirty="0">
            <a:latin typeface="Bahnschrift Light SemiCondensed" panose="020B0502040204020203" pitchFamily="34" charset="0"/>
          </a:endParaRPr>
        </a:p>
      </dgm:t>
    </dgm:pt>
    <dgm:pt modelId="{E73713FD-6860-4DEC-8501-957F03F3C110}" type="parTrans" cxnId="{19796099-E81C-4948-B8E3-C9AEE45B961F}">
      <dgm:prSet/>
      <dgm:spPr/>
      <dgm:t>
        <a:bodyPr/>
        <a:lstStyle/>
        <a:p>
          <a:endParaRPr lang="en-US"/>
        </a:p>
      </dgm:t>
    </dgm:pt>
    <dgm:pt modelId="{8DAF2B7E-389B-469C-9BFB-19D10D7D7F04}" type="sibTrans" cxnId="{19796099-E81C-4948-B8E3-C9AEE45B961F}">
      <dgm:prSet/>
      <dgm:spPr/>
      <dgm:t>
        <a:bodyPr/>
        <a:lstStyle/>
        <a:p>
          <a:endParaRPr lang="en-US"/>
        </a:p>
      </dgm:t>
    </dgm:pt>
    <dgm:pt modelId="{AD6CF9BE-0B77-478D-8270-90C0BFCC0F8F}">
      <dgm:prSet/>
      <dgm:spPr/>
      <dgm:t>
        <a:bodyPr/>
        <a:lstStyle/>
        <a:p>
          <a:pPr>
            <a:lnSpc>
              <a:spcPct val="100000"/>
            </a:lnSpc>
          </a:pPr>
          <a:r>
            <a:rPr lang="en-US" b="1">
              <a:latin typeface="Bahnschrift Light SemiCondensed" panose="020B0502040204020203" pitchFamily="34" charset="0"/>
            </a:rPr>
            <a:t>Goal: </a:t>
          </a:r>
          <a:r>
            <a:rPr lang="en-US">
              <a:latin typeface="Bahnschrift Light SemiCondensed" panose="020B0502040204020203" pitchFamily="34" charset="0"/>
            </a:rPr>
            <a:t>Identify factors impacting the conversion rate and provide recommendations to improve it.</a:t>
          </a:r>
        </a:p>
      </dgm:t>
    </dgm:pt>
    <dgm:pt modelId="{6F8E3F10-3E14-4329-8328-8909FEF3EC3C}" type="parTrans" cxnId="{995CB24E-A0CD-4388-A0EE-B3AD189DC9E3}">
      <dgm:prSet/>
      <dgm:spPr/>
      <dgm:t>
        <a:bodyPr/>
        <a:lstStyle/>
        <a:p>
          <a:endParaRPr lang="en-US"/>
        </a:p>
      </dgm:t>
    </dgm:pt>
    <dgm:pt modelId="{5ABC51EB-CA24-4A45-B319-86BFDE750172}" type="sibTrans" cxnId="{995CB24E-A0CD-4388-A0EE-B3AD189DC9E3}">
      <dgm:prSet/>
      <dgm:spPr/>
      <dgm:t>
        <a:bodyPr/>
        <a:lstStyle/>
        <a:p>
          <a:endParaRPr lang="en-US"/>
        </a:p>
      </dgm:t>
    </dgm:pt>
    <dgm:pt modelId="{B09CD521-83D4-493A-90B3-CA3F8308A176}">
      <dgm:prSet/>
      <dgm:spPr/>
      <dgm:t>
        <a:bodyPr/>
        <a:lstStyle/>
        <a:p>
          <a:pPr>
            <a:lnSpc>
              <a:spcPct val="100000"/>
            </a:lnSpc>
          </a:pPr>
          <a:r>
            <a:rPr lang="en-US" b="1">
              <a:latin typeface="Bahnschrift Light SemiCondensed" panose="020B0502040204020203" pitchFamily="34" charset="0"/>
            </a:rPr>
            <a:t>Insight: </a:t>
          </a:r>
          <a:r>
            <a:rPr lang="en-US">
              <a:latin typeface="Bahnschrift Light SemiCondensed" panose="020B0502040204020203" pitchFamily="34" charset="0"/>
            </a:rPr>
            <a:t>Highlight key stages where visitors drop off and suggest improvements to optimize the conversion funnel.</a:t>
          </a:r>
        </a:p>
      </dgm:t>
    </dgm:pt>
    <dgm:pt modelId="{2072962C-537B-466A-859E-0DF114ADB156}" type="parTrans" cxnId="{2F6E907E-89A5-44AC-80BC-1345DA26E44F}">
      <dgm:prSet/>
      <dgm:spPr/>
      <dgm:t>
        <a:bodyPr/>
        <a:lstStyle/>
        <a:p>
          <a:endParaRPr lang="en-US"/>
        </a:p>
      </dgm:t>
    </dgm:pt>
    <dgm:pt modelId="{A4D2B5CF-D331-461E-B123-50D67FB1EAB3}" type="sibTrans" cxnId="{2F6E907E-89A5-44AC-80BC-1345DA26E44F}">
      <dgm:prSet/>
      <dgm:spPr/>
      <dgm:t>
        <a:bodyPr/>
        <a:lstStyle/>
        <a:p>
          <a:endParaRPr lang="en-US"/>
        </a:p>
      </dgm:t>
    </dgm:pt>
    <dgm:pt modelId="{6A7330B9-2E6F-4802-BE5E-0A895BCF24F9}">
      <dgm:prSet/>
      <dgm:spPr/>
      <dgm:t>
        <a:bodyPr/>
        <a:lstStyle/>
        <a:p>
          <a:pPr>
            <a:lnSpc>
              <a:spcPct val="100000"/>
            </a:lnSpc>
            <a:defRPr b="1"/>
          </a:pPr>
          <a:r>
            <a:rPr lang="en-US" b="1">
              <a:latin typeface="Bahnschrift Light SemiCondensed" panose="020B0502040204020203" pitchFamily="34" charset="0"/>
            </a:rPr>
            <a:t>Enhance Customer Engagement:</a:t>
          </a:r>
          <a:endParaRPr lang="en-US">
            <a:latin typeface="Bahnschrift Light SemiCondensed" panose="020B0502040204020203" pitchFamily="34" charset="0"/>
          </a:endParaRPr>
        </a:p>
      </dgm:t>
    </dgm:pt>
    <dgm:pt modelId="{61692C29-9668-4606-AC2E-B3B36386D4A0}" type="parTrans" cxnId="{A6DC12D2-D946-418F-A2F0-065B7F4C2525}">
      <dgm:prSet/>
      <dgm:spPr/>
      <dgm:t>
        <a:bodyPr/>
        <a:lstStyle/>
        <a:p>
          <a:endParaRPr lang="en-US"/>
        </a:p>
      </dgm:t>
    </dgm:pt>
    <dgm:pt modelId="{A99B0567-9F64-45A4-A526-177FF2690171}" type="sibTrans" cxnId="{A6DC12D2-D946-418F-A2F0-065B7F4C2525}">
      <dgm:prSet/>
      <dgm:spPr/>
      <dgm:t>
        <a:bodyPr/>
        <a:lstStyle/>
        <a:p>
          <a:endParaRPr lang="en-US"/>
        </a:p>
      </dgm:t>
    </dgm:pt>
    <dgm:pt modelId="{3DD12957-6B55-4E75-BF4F-5384A996F289}">
      <dgm:prSet/>
      <dgm:spPr/>
      <dgm:t>
        <a:bodyPr/>
        <a:lstStyle/>
        <a:p>
          <a:pPr>
            <a:lnSpc>
              <a:spcPct val="100000"/>
            </a:lnSpc>
          </a:pPr>
          <a:r>
            <a:rPr lang="en-US" b="1">
              <a:latin typeface="Bahnschrift Light SemiCondensed" panose="020B0502040204020203" pitchFamily="34" charset="0"/>
            </a:rPr>
            <a:t>Goal:</a:t>
          </a:r>
          <a:r>
            <a:rPr lang="en-US">
              <a:latin typeface="Bahnschrift Light SemiCondensed" panose="020B0502040204020203" pitchFamily="34" charset="0"/>
            </a:rPr>
            <a:t> Determine which types of content drive the highest engagement. </a:t>
          </a:r>
        </a:p>
      </dgm:t>
    </dgm:pt>
    <dgm:pt modelId="{18AA5AAA-3231-49A0-A87E-F46728E3A307}" type="parTrans" cxnId="{D99F4EB5-C089-4AA3-A381-BA06075FB138}">
      <dgm:prSet/>
      <dgm:spPr/>
      <dgm:t>
        <a:bodyPr/>
        <a:lstStyle/>
        <a:p>
          <a:endParaRPr lang="en-US"/>
        </a:p>
      </dgm:t>
    </dgm:pt>
    <dgm:pt modelId="{05E17A77-EAE1-4CCD-B4A3-05FAF51E3613}" type="sibTrans" cxnId="{D99F4EB5-C089-4AA3-A381-BA06075FB138}">
      <dgm:prSet/>
      <dgm:spPr/>
      <dgm:t>
        <a:bodyPr/>
        <a:lstStyle/>
        <a:p>
          <a:endParaRPr lang="en-US"/>
        </a:p>
      </dgm:t>
    </dgm:pt>
    <dgm:pt modelId="{04960389-FD1A-434B-B2C3-A5343C04BD4B}">
      <dgm:prSet/>
      <dgm:spPr/>
      <dgm:t>
        <a:bodyPr/>
        <a:lstStyle/>
        <a:p>
          <a:pPr>
            <a:lnSpc>
              <a:spcPct val="100000"/>
            </a:lnSpc>
          </a:pPr>
          <a:r>
            <a:rPr lang="en-US" b="1" dirty="0">
              <a:latin typeface="Bahnschrift Light SemiCondensed" panose="020B0502040204020203" pitchFamily="34" charset="0"/>
            </a:rPr>
            <a:t>Insight:</a:t>
          </a:r>
          <a:r>
            <a:rPr lang="en-US" dirty="0">
              <a:latin typeface="Bahnschrift Light SemiCondensed" panose="020B0502040204020203" pitchFamily="34" charset="0"/>
            </a:rPr>
            <a:t> Analyze interaction levels with different types of marketing content to inform better content strategies.</a:t>
          </a:r>
        </a:p>
      </dgm:t>
    </dgm:pt>
    <dgm:pt modelId="{8F397712-C941-4571-BB07-4DF1CA171561}" type="parTrans" cxnId="{0E49E44E-F4FF-40DE-894E-22494CEAEC30}">
      <dgm:prSet/>
      <dgm:spPr/>
      <dgm:t>
        <a:bodyPr/>
        <a:lstStyle/>
        <a:p>
          <a:endParaRPr lang="en-US"/>
        </a:p>
      </dgm:t>
    </dgm:pt>
    <dgm:pt modelId="{DA17A44F-CFE9-4846-8F76-5E0993565599}" type="sibTrans" cxnId="{0E49E44E-F4FF-40DE-894E-22494CEAEC30}">
      <dgm:prSet/>
      <dgm:spPr/>
      <dgm:t>
        <a:bodyPr/>
        <a:lstStyle/>
        <a:p>
          <a:endParaRPr lang="en-US"/>
        </a:p>
      </dgm:t>
    </dgm:pt>
    <dgm:pt modelId="{5BCF1F22-3511-48E4-827E-E1FD2A5C573D}">
      <dgm:prSet/>
      <dgm:spPr/>
      <dgm:t>
        <a:bodyPr/>
        <a:lstStyle/>
        <a:p>
          <a:pPr>
            <a:lnSpc>
              <a:spcPct val="100000"/>
            </a:lnSpc>
            <a:defRPr b="1"/>
          </a:pPr>
          <a:r>
            <a:rPr lang="en-US" b="1">
              <a:latin typeface="Bahnschrift Light SemiCondensed" panose="020B0502040204020203" pitchFamily="34" charset="0"/>
            </a:rPr>
            <a:t>Improve Customer Feedback Scores:</a:t>
          </a:r>
          <a:endParaRPr lang="en-US">
            <a:latin typeface="Bahnschrift Light SemiCondensed" panose="020B0502040204020203" pitchFamily="34" charset="0"/>
          </a:endParaRPr>
        </a:p>
      </dgm:t>
    </dgm:pt>
    <dgm:pt modelId="{FF27FD63-7B92-40CD-8852-C9726FDA8C9D}" type="parTrans" cxnId="{B8455F52-31C9-4A5F-A42D-827AC34EAFF9}">
      <dgm:prSet/>
      <dgm:spPr/>
      <dgm:t>
        <a:bodyPr/>
        <a:lstStyle/>
        <a:p>
          <a:endParaRPr lang="en-US"/>
        </a:p>
      </dgm:t>
    </dgm:pt>
    <dgm:pt modelId="{66438E88-7E59-453C-B79D-9BC18BCC1D56}" type="sibTrans" cxnId="{B8455F52-31C9-4A5F-A42D-827AC34EAFF9}">
      <dgm:prSet/>
      <dgm:spPr/>
      <dgm:t>
        <a:bodyPr/>
        <a:lstStyle/>
        <a:p>
          <a:endParaRPr lang="en-US"/>
        </a:p>
      </dgm:t>
    </dgm:pt>
    <dgm:pt modelId="{893E1562-5774-483C-A88F-71AF6353CFE9}">
      <dgm:prSet/>
      <dgm:spPr/>
      <dgm:t>
        <a:bodyPr/>
        <a:lstStyle/>
        <a:p>
          <a:pPr>
            <a:lnSpc>
              <a:spcPct val="100000"/>
            </a:lnSpc>
          </a:pPr>
          <a:r>
            <a:rPr lang="en-US" b="1">
              <a:latin typeface="Bahnschrift Light SemiCondensed" panose="020B0502040204020203" pitchFamily="34" charset="0"/>
            </a:rPr>
            <a:t>Goal:</a:t>
          </a:r>
          <a:r>
            <a:rPr lang="en-US">
              <a:latin typeface="Bahnschrift Light SemiCondensed" panose="020B0502040204020203" pitchFamily="34" charset="0"/>
            </a:rPr>
            <a:t> Understand common themes in customer reviews and provide actionable insights.</a:t>
          </a:r>
        </a:p>
      </dgm:t>
    </dgm:pt>
    <dgm:pt modelId="{8E4AA913-1E41-4214-B60C-1B5B814866FC}" type="parTrans" cxnId="{A03D7E8F-9F97-49E7-9AEB-E9999B851FC8}">
      <dgm:prSet/>
      <dgm:spPr/>
      <dgm:t>
        <a:bodyPr/>
        <a:lstStyle/>
        <a:p>
          <a:endParaRPr lang="en-US"/>
        </a:p>
      </dgm:t>
    </dgm:pt>
    <dgm:pt modelId="{51A80761-A61D-4CBF-8DC4-3F178491022A}" type="sibTrans" cxnId="{A03D7E8F-9F97-49E7-9AEB-E9999B851FC8}">
      <dgm:prSet/>
      <dgm:spPr/>
      <dgm:t>
        <a:bodyPr/>
        <a:lstStyle/>
        <a:p>
          <a:endParaRPr lang="en-US"/>
        </a:p>
      </dgm:t>
    </dgm:pt>
    <dgm:pt modelId="{BEA80D4C-52F6-48B9-9A48-B7E7053F63A8}">
      <dgm:prSet/>
      <dgm:spPr/>
      <dgm:t>
        <a:bodyPr/>
        <a:lstStyle/>
        <a:p>
          <a:pPr>
            <a:lnSpc>
              <a:spcPct val="100000"/>
            </a:lnSpc>
          </a:pPr>
          <a:r>
            <a:rPr lang="en-US" b="1">
              <a:latin typeface="Bahnschrift Light SemiCondensed" panose="020B0502040204020203" pitchFamily="34" charset="0"/>
            </a:rPr>
            <a:t>Insight:</a:t>
          </a:r>
          <a:r>
            <a:rPr lang="en-US">
              <a:latin typeface="Bahnschrift Light SemiCondensed" panose="020B0502040204020203" pitchFamily="34" charset="0"/>
            </a:rPr>
            <a:t> Identify recurring positive and negative feedback to guide product and service improvements.</a:t>
          </a:r>
        </a:p>
      </dgm:t>
    </dgm:pt>
    <dgm:pt modelId="{67B050F0-BCB1-4EE9-94EF-BDECF52ADA78}" type="parTrans" cxnId="{38D11FF5-DCE7-49C5-AE2B-A0063B48F50D}">
      <dgm:prSet/>
      <dgm:spPr/>
      <dgm:t>
        <a:bodyPr/>
        <a:lstStyle/>
        <a:p>
          <a:endParaRPr lang="en-US"/>
        </a:p>
      </dgm:t>
    </dgm:pt>
    <dgm:pt modelId="{4D281CDF-C77D-4C16-B5D2-F49D79731EE8}" type="sibTrans" cxnId="{38D11FF5-DCE7-49C5-AE2B-A0063B48F50D}">
      <dgm:prSet/>
      <dgm:spPr/>
      <dgm:t>
        <a:bodyPr/>
        <a:lstStyle/>
        <a:p>
          <a:endParaRPr lang="en-US"/>
        </a:p>
      </dgm:t>
    </dgm:pt>
    <dgm:pt modelId="{A21C5AE8-390E-489E-AF4A-C3E8D116978A}" type="pres">
      <dgm:prSet presAssocID="{4E180637-94F2-46B7-8C40-36F33A05E04F}" presName="root" presStyleCnt="0">
        <dgm:presLayoutVars>
          <dgm:dir/>
          <dgm:resizeHandles val="exact"/>
        </dgm:presLayoutVars>
      </dgm:prSet>
      <dgm:spPr/>
    </dgm:pt>
    <dgm:pt modelId="{CEC81308-1D0F-453A-9EAF-A118935F4997}" type="pres">
      <dgm:prSet presAssocID="{FA73949F-1360-4B8C-8C27-8B08C24B3027}" presName="compNode" presStyleCnt="0"/>
      <dgm:spPr/>
    </dgm:pt>
    <dgm:pt modelId="{2E1F41ED-B411-481B-B523-9DACDBE864A4}" type="pres">
      <dgm:prSet presAssocID="{FA73949F-1360-4B8C-8C27-8B08C24B3027}"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Bullseye"/>
        </a:ext>
      </dgm:extLst>
    </dgm:pt>
    <dgm:pt modelId="{77192DAE-022C-48C0-85FC-8312AEDC923C}" type="pres">
      <dgm:prSet presAssocID="{FA73949F-1360-4B8C-8C27-8B08C24B3027}" presName="iconSpace" presStyleCnt="0"/>
      <dgm:spPr/>
    </dgm:pt>
    <dgm:pt modelId="{E241DAB7-38E1-4D49-B665-989F91BC9217}" type="pres">
      <dgm:prSet presAssocID="{FA73949F-1360-4B8C-8C27-8B08C24B3027}" presName="parTx" presStyleLbl="revTx" presStyleIdx="0" presStyleCnt="6">
        <dgm:presLayoutVars>
          <dgm:chMax val="0"/>
          <dgm:chPref val="0"/>
        </dgm:presLayoutVars>
      </dgm:prSet>
      <dgm:spPr/>
    </dgm:pt>
    <dgm:pt modelId="{787E34B4-1586-4AC7-8349-FA861C7FD8A9}" type="pres">
      <dgm:prSet presAssocID="{FA73949F-1360-4B8C-8C27-8B08C24B3027}" presName="txSpace" presStyleCnt="0"/>
      <dgm:spPr/>
    </dgm:pt>
    <dgm:pt modelId="{3B9B29F4-50E8-48F7-B87A-A4E35435DD1B}" type="pres">
      <dgm:prSet presAssocID="{FA73949F-1360-4B8C-8C27-8B08C24B3027}" presName="desTx" presStyleLbl="revTx" presStyleIdx="1" presStyleCnt="6">
        <dgm:presLayoutVars/>
      </dgm:prSet>
      <dgm:spPr/>
    </dgm:pt>
    <dgm:pt modelId="{C0F7FFF3-C339-461F-9A78-DFF854D8D0B2}" type="pres">
      <dgm:prSet presAssocID="{8DAF2B7E-389B-469C-9BFB-19D10D7D7F04}" presName="sibTrans" presStyleCnt="0"/>
      <dgm:spPr/>
    </dgm:pt>
    <dgm:pt modelId="{C1261229-AC11-4A62-8B0E-911DFF101137}" type="pres">
      <dgm:prSet presAssocID="{6A7330B9-2E6F-4802-BE5E-0A895BCF24F9}" presName="compNode" presStyleCnt="0"/>
      <dgm:spPr/>
    </dgm:pt>
    <dgm:pt modelId="{C7DD6934-DA1B-44F0-9CE0-0A3A40E56548}" type="pres">
      <dgm:prSet presAssocID="{6A7330B9-2E6F-4802-BE5E-0A895BCF24F9}"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Megaphone"/>
        </a:ext>
      </dgm:extLst>
    </dgm:pt>
    <dgm:pt modelId="{4AA04969-C410-4148-85BA-3FAD4941BBF1}" type="pres">
      <dgm:prSet presAssocID="{6A7330B9-2E6F-4802-BE5E-0A895BCF24F9}" presName="iconSpace" presStyleCnt="0"/>
      <dgm:spPr/>
    </dgm:pt>
    <dgm:pt modelId="{EAD4DB2D-CC79-4C9A-9A96-DDBC5644ED5E}" type="pres">
      <dgm:prSet presAssocID="{6A7330B9-2E6F-4802-BE5E-0A895BCF24F9}" presName="parTx" presStyleLbl="revTx" presStyleIdx="2" presStyleCnt="6">
        <dgm:presLayoutVars>
          <dgm:chMax val="0"/>
          <dgm:chPref val="0"/>
        </dgm:presLayoutVars>
      </dgm:prSet>
      <dgm:spPr/>
    </dgm:pt>
    <dgm:pt modelId="{463B1BEE-1D17-43FF-884C-D98AB075FF80}" type="pres">
      <dgm:prSet presAssocID="{6A7330B9-2E6F-4802-BE5E-0A895BCF24F9}" presName="txSpace" presStyleCnt="0"/>
      <dgm:spPr/>
    </dgm:pt>
    <dgm:pt modelId="{99F79BA0-DCF2-4E81-A067-24FFFEFA5C2A}" type="pres">
      <dgm:prSet presAssocID="{6A7330B9-2E6F-4802-BE5E-0A895BCF24F9}" presName="desTx" presStyleLbl="revTx" presStyleIdx="3" presStyleCnt="6">
        <dgm:presLayoutVars/>
      </dgm:prSet>
      <dgm:spPr/>
    </dgm:pt>
    <dgm:pt modelId="{ECEC3C4D-BF29-4B05-9D77-A15C27027347}" type="pres">
      <dgm:prSet presAssocID="{A99B0567-9F64-45A4-A526-177FF2690171}" presName="sibTrans" presStyleCnt="0"/>
      <dgm:spPr/>
    </dgm:pt>
    <dgm:pt modelId="{28066110-5E26-4891-8C0A-71E7EC62B673}" type="pres">
      <dgm:prSet presAssocID="{5BCF1F22-3511-48E4-827E-E1FD2A5C573D}" presName="compNode" presStyleCnt="0"/>
      <dgm:spPr/>
    </dgm:pt>
    <dgm:pt modelId="{22615939-6699-48A0-B161-5C69093D5E04}" type="pres">
      <dgm:prSet presAssocID="{5BCF1F22-3511-48E4-827E-E1FD2A5C573D}"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Neutral Face with No Fill"/>
        </a:ext>
      </dgm:extLst>
    </dgm:pt>
    <dgm:pt modelId="{60ED4E92-A105-43E2-A306-627AD0F57322}" type="pres">
      <dgm:prSet presAssocID="{5BCF1F22-3511-48E4-827E-E1FD2A5C573D}" presName="iconSpace" presStyleCnt="0"/>
      <dgm:spPr/>
    </dgm:pt>
    <dgm:pt modelId="{D445BEAE-CE92-4B5F-9866-3BA618E2B207}" type="pres">
      <dgm:prSet presAssocID="{5BCF1F22-3511-48E4-827E-E1FD2A5C573D}" presName="parTx" presStyleLbl="revTx" presStyleIdx="4" presStyleCnt="6">
        <dgm:presLayoutVars>
          <dgm:chMax val="0"/>
          <dgm:chPref val="0"/>
        </dgm:presLayoutVars>
      </dgm:prSet>
      <dgm:spPr/>
    </dgm:pt>
    <dgm:pt modelId="{C073D35B-12F8-4CD8-9E35-085E2974DF14}" type="pres">
      <dgm:prSet presAssocID="{5BCF1F22-3511-48E4-827E-E1FD2A5C573D}" presName="txSpace" presStyleCnt="0"/>
      <dgm:spPr/>
    </dgm:pt>
    <dgm:pt modelId="{FB30F3D0-A71E-43E5-A882-8D21C0250C92}" type="pres">
      <dgm:prSet presAssocID="{5BCF1F22-3511-48E4-827E-E1FD2A5C573D}" presName="desTx" presStyleLbl="revTx" presStyleIdx="5" presStyleCnt="6">
        <dgm:presLayoutVars/>
      </dgm:prSet>
      <dgm:spPr/>
    </dgm:pt>
  </dgm:ptLst>
  <dgm:cxnLst>
    <dgm:cxn modelId="{A8BA425B-8100-4D0D-8236-D3C5C596C215}" type="presOf" srcId="{AD6CF9BE-0B77-478D-8270-90C0BFCC0F8F}" destId="{3B9B29F4-50E8-48F7-B87A-A4E35435DD1B}" srcOrd="0" destOrd="0" presId="urn:microsoft.com/office/officeart/2018/2/layout/IconLabelDescriptionList"/>
    <dgm:cxn modelId="{52820A5E-31BE-425F-8F25-2E14FDF0DFAF}" type="presOf" srcId="{3DD12957-6B55-4E75-BF4F-5384A996F289}" destId="{99F79BA0-DCF2-4E81-A067-24FFFEFA5C2A}" srcOrd="0" destOrd="0" presId="urn:microsoft.com/office/officeart/2018/2/layout/IconLabelDescriptionList"/>
    <dgm:cxn modelId="{995CB24E-A0CD-4388-A0EE-B3AD189DC9E3}" srcId="{FA73949F-1360-4B8C-8C27-8B08C24B3027}" destId="{AD6CF9BE-0B77-478D-8270-90C0BFCC0F8F}" srcOrd="0" destOrd="0" parTransId="{6F8E3F10-3E14-4329-8328-8909FEF3EC3C}" sibTransId="{5ABC51EB-CA24-4A45-B319-86BFDE750172}"/>
    <dgm:cxn modelId="{0E49E44E-F4FF-40DE-894E-22494CEAEC30}" srcId="{6A7330B9-2E6F-4802-BE5E-0A895BCF24F9}" destId="{04960389-FD1A-434B-B2C3-A5343C04BD4B}" srcOrd="1" destOrd="0" parTransId="{8F397712-C941-4571-BB07-4DF1CA171561}" sibTransId="{DA17A44F-CFE9-4846-8F76-5E0993565599}"/>
    <dgm:cxn modelId="{B8455F52-31C9-4A5F-A42D-827AC34EAFF9}" srcId="{4E180637-94F2-46B7-8C40-36F33A05E04F}" destId="{5BCF1F22-3511-48E4-827E-E1FD2A5C573D}" srcOrd="2" destOrd="0" parTransId="{FF27FD63-7B92-40CD-8852-C9726FDA8C9D}" sibTransId="{66438E88-7E59-453C-B79D-9BC18BCC1D56}"/>
    <dgm:cxn modelId="{3C45B774-85EB-47BE-ADC3-F63FDFE9D765}" type="presOf" srcId="{B09CD521-83D4-493A-90B3-CA3F8308A176}" destId="{3B9B29F4-50E8-48F7-B87A-A4E35435DD1B}" srcOrd="0" destOrd="1" presId="urn:microsoft.com/office/officeart/2018/2/layout/IconLabelDescriptionList"/>
    <dgm:cxn modelId="{86CE1975-34B1-40A6-B9CB-3364F8350689}" type="presOf" srcId="{04960389-FD1A-434B-B2C3-A5343C04BD4B}" destId="{99F79BA0-DCF2-4E81-A067-24FFFEFA5C2A}" srcOrd="0" destOrd="1" presId="urn:microsoft.com/office/officeart/2018/2/layout/IconLabelDescriptionList"/>
    <dgm:cxn modelId="{2F6E907E-89A5-44AC-80BC-1345DA26E44F}" srcId="{FA73949F-1360-4B8C-8C27-8B08C24B3027}" destId="{B09CD521-83D4-493A-90B3-CA3F8308A176}" srcOrd="1" destOrd="0" parTransId="{2072962C-537B-466A-859E-0DF114ADB156}" sibTransId="{A4D2B5CF-D331-461E-B123-50D67FB1EAB3}"/>
    <dgm:cxn modelId="{030FF181-9B36-4841-9AD8-6B4BDA8CC0FF}" type="presOf" srcId="{5BCF1F22-3511-48E4-827E-E1FD2A5C573D}" destId="{D445BEAE-CE92-4B5F-9866-3BA618E2B207}" srcOrd="0" destOrd="0" presId="urn:microsoft.com/office/officeart/2018/2/layout/IconLabelDescriptionList"/>
    <dgm:cxn modelId="{A03D7E8F-9F97-49E7-9AEB-E9999B851FC8}" srcId="{5BCF1F22-3511-48E4-827E-E1FD2A5C573D}" destId="{893E1562-5774-483C-A88F-71AF6353CFE9}" srcOrd="0" destOrd="0" parTransId="{8E4AA913-1E41-4214-B60C-1B5B814866FC}" sibTransId="{51A80761-A61D-4CBF-8DC4-3F178491022A}"/>
    <dgm:cxn modelId="{426A7692-1243-4772-847F-CA19E97CB725}" type="presOf" srcId="{6A7330B9-2E6F-4802-BE5E-0A895BCF24F9}" destId="{EAD4DB2D-CC79-4C9A-9A96-DDBC5644ED5E}" srcOrd="0" destOrd="0" presId="urn:microsoft.com/office/officeart/2018/2/layout/IconLabelDescriptionList"/>
    <dgm:cxn modelId="{45C86595-C8D7-442F-B772-22C9529134F4}" type="presOf" srcId="{BEA80D4C-52F6-48B9-9A48-B7E7053F63A8}" destId="{FB30F3D0-A71E-43E5-A882-8D21C0250C92}" srcOrd="0" destOrd="1" presId="urn:microsoft.com/office/officeart/2018/2/layout/IconLabelDescriptionList"/>
    <dgm:cxn modelId="{19796099-E81C-4948-B8E3-C9AEE45B961F}" srcId="{4E180637-94F2-46B7-8C40-36F33A05E04F}" destId="{FA73949F-1360-4B8C-8C27-8B08C24B3027}" srcOrd="0" destOrd="0" parTransId="{E73713FD-6860-4DEC-8501-957F03F3C110}" sibTransId="{8DAF2B7E-389B-469C-9BFB-19D10D7D7F04}"/>
    <dgm:cxn modelId="{E777D6A2-72AD-4B7B-A25F-83920A05E467}" type="presOf" srcId="{FA73949F-1360-4B8C-8C27-8B08C24B3027}" destId="{E241DAB7-38E1-4D49-B665-989F91BC9217}" srcOrd="0" destOrd="0" presId="urn:microsoft.com/office/officeart/2018/2/layout/IconLabelDescriptionList"/>
    <dgm:cxn modelId="{D99F4EB5-C089-4AA3-A381-BA06075FB138}" srcId="{6A7330B9-2E6F-4802-BE5E-0A895BCF24F9}" destId="{3DD12957-6B55-4E75-BF4F-5384A996F289}" srcOrd="0" destOrd="0" parTransId="{18AA5AAA-3231-49A0-A87E-F46728E3A307}" sibTransId="{05E17A77-EAE1-4CCD-B4A3-05FAF51E3613}"/>
    <dgm:cxn modelId="{A6DC12D2-D946-418F-A2F0-065B7F4C2525}" srcId="{4E180637-94F2-46B7-8C40-36F33A05E04F}" destId="{6A7330B9-2E6F-4802-BE5E-0A895BCF24F9}" srcOrd="1" destOrd="0" parTransId="{61692C29-9668-4606-AC2E-B3B36386D4A0}" sibTransId="{A99B0567-9F64-45A4-A526-177FF2690171}"/>
    <dgm:cxn modelId="{824E4FE4-7BB0-419D-888E-2ADB30271121}" type="presOf" srcId="{4E180637-94F2-46B7-8C40-36F33A05E04F}" destId="{A21C5AE8-390E-489E-AF4A-C3E8D116978A}" srcOrd="0" destOrd="0" presId="urn:microsoft.com/office/officeart/2018/2/layout/IconLabelDescriptionList"/>
    <dgm:cxn modelId="{F1F6F3EF-F156-4E11-B980-2803A2A34557}" type="presOf" srcId="{893E1562-5774-483C-A88F-71AF6353CFE9}" destId="{FB30F3D0-A71E-43E5-A882-8D21C0250C92}" srcOrd="0" destOrd="0" presId="urn:microsoft.com/office/officeart/2018/2/layout/IconLabelDescriptionList"/>
    <dgm:cxn modelId="{38D11FF5-DCE7-49C5-AE2B-A0063B48F50D}" srcId="{5BCF1F22-3511-48E4-827E-E1FD2A5C573D}" destId="{BEA80D4C-52F6-48B9-9A48-B7E7053F63A8}" srcOrd="1" destOrd="0" parTransId="{67B050F0-BCB1-4EE9-94EF-BDECF52ADA78}" sibTransId="{4D281CDF-C77D-4C16-B5D2-F49D79731EE8}"/>
    <dgm:cxn modelId="{438EAE8A-6932-42DC-B761-5B7E06F69B19}" type="presParOf" srcId="{A21C5AE8-390E-489E-AF4A-C3E8D116978A}" destId="{CEC81308-1D0F-453A-9EAF-A118935F4997}" srcOrd="0" destOrd="0" presId="urn:microsoft.com/office/officeart/2018/2/layout/IconLabelDescriptionList"/>
    <dgm:cxn modelId="{F4CF723A-4965-4568-9B17-97B0B0F43D6D}" type="presParOf" srcId="{CEC81308-1D0F-453A-9EAF-A118935F4997}" destId="{2E1F41ED-B411-481B-B523-9DACDBE864A4}" srcOrd="0" destOrd="0" presId="urn:microsoft.com/office/officeart/2018/2/layout/IconLabelDescriptionList"/>
    <dgm:cxn modelId="{93A614DA-8007-4AC8-B464-1FC45CBB198D}" type="presParOf" srcId="{CEC81308-1D0F-453A-9EAF-A118935F4997}" destId="{77192DAE-022C-48C0-85FC-8312AEDC923C}" srcOrd="1" destOrd="0" presId="urn:microsoft.com/office/officeart/2018/2/layout/IconLabelDescriptionList"/>
    <dgm:cxn modelId="{FBAFD66E-F485-4D26-B88B-8474960EB93F}" type="presParOf" srcId="{CEC81308-1D0F-453A-9EAF-A118935F4997}" destId="{E241DAB7-38E1-4D49-B665-989F91BC9217}" srcOrd="2" destOrd="0" presId="urn:microsoft.com/office/officeart/2018/2/layout/IconLabelDescriptionList"/>
    <dgm:cxn modelId="{C7860428-A731-46BE-BC1B-2298E980BDD6}" type="presParOf" srcId="{CEC81308-1D0F-453A-9EAF-A118935F4997}" destId="{787E34B4-1586-4AC7-8349-FA861C7FD8A9}" srcOrd="3" destOrd="0" presId="urn:microsoft.com/office/officeart/2018/2/layout/IconLabelDescriptionList"/>
    <dgm:cxn modelId="{F012DD1B-A3CF-4A72-A37E-C9B3FF0E1056}" type="presParOf" srcId="{CEC81308-1D0F-453A-9EAF-A118935F4997}" destId="{3B9B29F4-50E8-48F7-B87A-A4E35435DD1B}" srcOrd="4" destOrd="0" presId="urn:microsoft.com/office/officeart/2018/2/layout/IconLabelDescriptionList"/>
    <dgm:cxn modelId="{89C0D741-E131-4B0C-BA88-AA083C535FF1}" type="presParOf" srcId="{A21C5AE8-390E-489E-AF4A-C3E8D116978A}" destId="{C0F7FFF3-C339-461F-9A78-DFF854D8D0B2}" srcOrd="1" destOrd="0" presId="urn:microsoft.com/office/officeart/2018/2/layout/IconLabelDescriptionList"/>
    <dgm:cxn modelId="{890E830C-5EB4-4848-B254-707FF03687FE}" type="presParOf" srcId="{A21C5AE8-390E-489E-AF4A-C3E8D116978A}" destId="{C1261229-AC11-4A62-8B0E-911DFF101137}" srcOrd="2" destOrd="0" presId="urn:microsoft.com/office/officeart/2018/2/layout/IconLabelDescriptionList"/>
    <dgm:cxn modelId="{65E1C1FE-8CAB-4CEF-BD14-5BEAD9761CD4}" type="presParOf" srcId="{C1261229-AC11-4A62-8B0E-911DFF101137}" destId="{C7DD6934-DA1B-44F0-9CE0-0A3A40E56548}" srcOrd="0" destOrd="0" presId="urn:microsoft.com/office/officeart/2018/2/layout/IconLabelDescriptionList"/>
    <dgm:cxn modelId="{376AD1F9-AEAC-481A-8399-50890184A5F5}" type="presParOf" srcId="{C1261229-AC11-4A62-8B0E-911DFF101137}" destId="{4AA04969-C410-4148-85BA-3FAD4941BBF1}" srcOrd="1" destOrd="0" presId="urn:microsoft.com/office/officeart/2018/2/layout/IconLabelDescriptionList"/>
    <dgm:cxn modelId="{B5B98462-0FBD-4468-B730-AA3B2C69B725}" type="presParOf" srcId="{C1261229-AC11-4A62-8B0E-911DFF101137}" destId="{EAD4DB2D-CC79-4C9A-9A96-DDBC5644ED5E}" srcOrd="2" destOrd="0" presId="urn:microsoft.com/office/officeart/2018/2/layout/IconLabelDescriptionList"/>
    <dgm:cxn modelId="{2E47DF00-DB57-4C84-80E6-9C384BE5D144}" type="presParOf" srcId="{C1261229-AC11-4A62-8B0E-911DFF101137}" destId="{463B1BEE-1D17-43FF-884C-D98AB075FF80}" srcOrd="3" destOrd="0" presId="urn:microsoft.com/office/officeart/2018/2/layout/IconLabelDescriptionList"/>
    <dgm:cxn modelId="{878EE899-E1F8-48FB-BAD9-FB7A84A79A5D}" type="presParOf" srcId="{C1261229-AC11-4A62-8B0E-911DFF101137}" destId="{99F79BA0-DCF2-4E81-A067-24FFFEFA5C2A}" srcOrd="4" destOrd="0" presId="urn:microsoft.com/office/officeart/2018/2/layout/IconLabelDescriptionList"/>
    <dgm:cxn modelId="{5CDFDCD9-CC2D-4269-A5D6-AF8206EC3766}" type="presParOf" srcId="{A21C5AE8-390E-489E-AF4A-C3E8D116978A}" destId="{ECEC3C4D-BF29-4B05-9D77-A15C27027347}" srcOrd="3" destOrd="0" presId="urn:microsoft.com/office/officeart/2018/2/layout/IconLabelDescriptionList"/>
    <dgm:cxn modelId="{8AF9D38E-92BC-4BA9-AF1E-5542094750A6}" type="presParOf" srcId="{A21C5AE8-390E-489E-AF4A-C3E8D116978A}" destId="{28066110-5E26-4891-8C0A-71E7EC62B673}" srcOrd="4" destOrd="0" presId="urn:microsoft.com/office/officeart/2018/2/layout/IconLabelDescriptionList"/>
    <dgm:cxn modelId="{4B52FEC2-63F3-416C-8A64-2550FC01A82E}" type="presParOf" srcId="{28066110-5E26-4891-8C0A-71E7EC62B673}" destId="{22615939-6699-48A0-B161-5C69093D5E04}" srcOrd="0" destOrd="0" presId="urn:microsoft.com/office/officeart/2018/2/layout/IconLabelDescriptionList"/>
    <dgm:cxn modelId="{5C412C44-FD6F-4665-8352-E38B6DC7D1A0}" type="presParOf" srcId="{28066110-5E26-4891-8C0A-71E7EC62B673}" destId="{60ED4E92-A105-43E2-A306-627AD0F57322}" srcOrd="1" destOrd="0" presId="urn:microsoft.com/office/officeart/2018/2/layout/IconLabelDescriptionList"/>
    <dgm:cxn modelId="{2686A0DA-0C96-4460-874B-D9287A0CDE87}" type="presParOf" srcId="{28066110-5E26-4891-8C0A-71E7EC62B673}" destId="{D445BEAE-CE92-4B5F-9866-3BA618E2B207}" srcOrd="2" destOrd="0" presId="urn:microsoft.com/office/officeart/2018/2/layout/IconLabelDescriptionList"/>
    <dgm:cxn modelId="{53CF16A6-2B4E-4A91-93B1-A5347D47CDEF}" type="presParOf" srcId="{28066110-5E26-4891-8C0A-71E7EC62B673}" destId="{C073D35B-12F8-4CD8-9E35-085E2974DF14}" srcOrd="3" destOrd="0" presId="urn:microsoft.com/office/officeart/2018/2/layout/IconLabelDescriptionList"/>
    <dgm:cxn modelId="{94202933-07BD-4649-8383-594A83202B94}" type="presParOf" srcId="{28066110-5E26-4891-8C0A-71E7EC62B673}" destId="{FB30F3D0-A71E-43E5-A882-8D21C0250C92}"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E1F41ED-B411-481B-B523-9DACDBE864A4}">
      <dsp:nvSpPr>
        <dsp:cNvPr id="0" name=""/>
        <dsp:cNvSpPr/>
      </dsp:nvSpPr>
      <dsp:spPr>
        <a:xfrm>
          <a:off x="2846" y="822597"/>
          <a:ext cx="565523" cy="56552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241DAB7-38E1-4D49-B665-989F91BC9217}">
      <dsp:nvSpPr>
        <dsp:cNvPr id="0" name=""/>
        <dsp:cNvSpPr/>
      </dsp:nvSpPr>
      <dsp:spPr>
        <a:xfrm>
          <a:off x="2846" y="1514042"/>
          <a:ext cx="1615781" cy="4317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US" sz="1400" b="1" kern="1200" dirty="0">
              <a:latin typeface="Bahnschrift Light SemiCondensed" panose="020B0502040204020203" pitchFamily="34" charset="0"/>
            </a:rPr>
            <a:t>Increase Conversion Rates:</a:t>
          </a:r>
          <a:endParaRPr lang="en-US" sz="1400" kern="1200" dirty="0">
            <a:latin typeface="Bahnschrift Light SemiCondensed" panose="020B0502040204020203" pitchFamily="34" charset="0"/>
          </a:endParaRPr>
        </a:p>
      </dsp:txBody>
      <dsp:txXfrm>
        <a:off x="2846" y="1514042"/>
        <a:ext cx="1615781" cy="431716"/>
      </dsp:txXfrm>
    </dsp:sp>
    <dsp:sp modelId="{3B9B29F4-50E8-48F7-B87A-A4E35435DD1B}">
      <dsp:nvSpPr>
        <dsp:cNvPr id="0" name=""/>
        <dsp:cNvSpPr/>
      </dsp:nvSpPr>
      <dsp:spPr>
        <a:xfrm>
          <a:off x="2846" y="2004326"/>
          <a:ext cx="1615781" cy="17466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100000"/>
            </a:lnSpc>
            <a:spcBef>
              <a:spcPct val="0"/>
            </a:spcBef>
            <a:spcAft>
              <a:spcPct val="35000"/>
            </a:spcAft>
            <a:buNone/>
          </a:pPr>
          <a:r>
            <a:rPr lang="en-US" sz="1100" b="1" kern="1200">
              <a:latin typeface="Bahnschrift Light SemiCondensed" panose="020B0502040204020203" pitchFamily="34" charset="0"/>
            </a:rPr>
            <a:t>Goal: </a:t>
          </a:r>
          <a:r>
            <a:rPr lang="en-US" sz="1100" kern="1200">
              <a:latin typeface="Bahnschrift Light SemiCondensed" panose="020B0502040204020203" pitchFamily="34" charset="0"/>
            </a:rPr>
            <a:t>Identify factors impacting the conversion rate and provide recommendations to improve it.</a:t>
          </a:r>
        </a:p>
        <a:p>
          <a:pPr marL="0" lvl="0" indent="0" algn="l" defTabSz="488950">
            <a:lnSpc>
              <a:spcPct val="100000"/>
            </a:lnSpc>
            <a:spcBef>
              <a:spcPct val="0"/>
            </a:spcBef>
            <a:spcAft>
              <a:spcPct val="35000"/>
            </a:spcAft>
            <a:buNone/>
          </a:pPr>
          <a:r>
            <a:rPr lang="en-US" sz="1100" b="1" kern="1200">
              <a:latin typeface="Bahnschrift Light SemiCondensed" panose="020B0502040204020203" pitchFamily="34" charset="0"/>
            </a:rPr>
            <a:t>Insight: </a:t>
          </a:r>
          <a:r>
            <a:rPr lang="en-US" sz="1100" kern="1200">
              <a:latin typeface="Bahnschrift Light SemiCondensed" panose="020B0502040204020203" pitchFamily="34" charset="0"/>
            </a:rPr>
            <a:t>Highlight key stages where visitors drop off and suggest improvements to optimize the conversion funnel.</a:t>
          </a:r>
        </a:p>
      </dsp:txBody>
      <dsp:txXfrm>
        <a:off x="2846" y="2004326"/>
        <a:ext cx="1615781" cy="1746661"/>
      </dsp:txXfrm>
    </dsp:sp>
    <dsp:sp modelId="{C7DD6934-DA1B-44F0-9CE0-0A3A40E56548}">
      <dsp:nvSpPr>
        <dsp:cNvPr id="0" name=""/>
        <dsp:cNvSpPr/>
      </dsp:nvSpPr>
      <dsp:spPr>
        <a:xfrm>
          <a:off x="1901389" y="822597"/>
          <a:ext cx="565523" cy="56552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AD4DB2D-CC79-4C9A-9A96-DDBC5644ED5E}">
      <dsp:nvSpPr>
        <dsp:cNvPr id="0" name=""/>
        <dsp:cNvSpPr/>
      </dsp:nvSpPr>
      <dsp:spPr>
        <a:xfrm>
          <a:off x="1901389" y="1514042"/>
          <a:ext cx="1615781" cy="4317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US" sz="1400" b="1" kern="1200">
              <a:latin typeface="Bahnschrift Light SemiCondensed" panose="020B0502040204020203" pitchFamily="34" charset="0"/>
            </a:rPr>
            <a:t>Enhance Customer Engagement:</a:t>
          </a:r>
          <a:endParaRPr lang="en-US" sz="1400" kern="1200">
            <a:latin typeface="Bahnschrift Light SemiCondensed" panose="020B0502040204020203" pitchFamily="34" charset="0"/>
          </a:endParaRPr>
        </a:p>
      </dsp:txBody>
      <dsp:txXfrm>
        <a:off x="1901389" y="1514042"/>
        <a:ext cx="1615781" cy="431716"/>
      </dsp:txXfrm>
    </dsp:sp>
    <dsp:sp modelId="{99F79BA0-DCF2-4E81-A067-24FFFEFA5C2A}">
      <dsp:nvSpPr>
        <dsp:cNvPr id="0" name=""/>
        <dsp:cNvSpPr/>
      </dsp:nvSpPr>
      <dsp:spPr>
        <a:xfrm>
          <a:off x="1901389" y="2004326"/>
          <a:ext cx="1615781" cy="17466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100000"/>
            </a:lnSpc>
            <a:spcBef>
              <a:spcPct val="0"/>
            </a:spcBef>
            <a:spcAft>
              <a:spcPct val="35000"/>
            </a:spcAft>
            <a:buNone/>
          </a:pPr>
          <a:r>
            <a:rPr lang="en-US" sz="1100" b="1" kern="1200">
              <a:latin typeface="Bahnschrift Light SemiCondensed" panose="020B0502040204020203" pitchFamily="34" charset="0"/>
            </a:rPr>
            <a:t>Goal:</a:t>
          </a:r>
          <a:r>
            <a:rPr lang="en-US" sz="1100" kern="1200">
              <a:latin typeface="Bahnschrift Light SemiCondensed" panose="020B0502040204020203" pitchFamily="34" charset="0"/>
            </a:rPr>
            <a:t> Determine which types of content drive the highest engagement. </a:t>
          </a:r>
        </a:p>
        <a:p>
          <a:pPr marL="0" lvl="0" indent="0" algn="l" defTabSz="488950">
            <a:lnSpc>
              <a:spcPct val="100000"/>
            </a:lnSpc>
            <a:spcBef>
              <a:spcPct val="0"/>
            </a:spcBef>
            <a:spcAft>
              <a:spcPct val="35000"/>
            </a:spcAft>
            <a:buNone/>
          </a:pPr>
          <a:r>
            <a:rPr lang="en-US" sz="1100" b="1" kern="1200" dirty="0">
              <a:latin typeface="Bahnschrift Light SemiCondensed" panose="020B0502040204020203" pitchFamily="34" charset="0"/>
            </a:rPr>
            <a:t>Insight:</a:t>
          </a:r>
          <a:r>
            <a:rPr lang="en-US" sz="1100" kern="1200" dirty="0">
              <a:latin typeface="Bahnschrift Light SemiCondensed" panose="020B0502040204020203" pitchFamily="34" charset="0"/>
            </a:rPr>
            <a:t> Analyze interaction levels with different types of marketing content to inform better content strategies.</a:t>
          </a:r>
        </a:p>
      </dsp:txBody>
      <dsp:txXfrm>
        <a:off x="1901389" y="2004326"/>
        <a:ext cx="1615781" cy="1746661"/>
      </dsp:txXfrm>
    </dsp:sp>
    <dsp:sp modelId="{22615939-6699-48A0-B161-5C69093D5E04}">
      <dsp:nvSpPr>
        <dsp:cNvPr id="0" name=""/>
        <dsp:cNvSpPr/>
      </dsp:nvSpPr>
      <dsp:spPr>
        <a:xfrm>
          <a:off x="3799932" y="822597"/>
          <a:ext cx="565523" cy="56552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445BEAE-CE92-4B5F-9866-3BA618E2B207}">
      <dsp:nvSpPr>
        <dsp:cNvPr id="0" name=""/>
        <dsp:cNvSpPr/>
      </dsp:nvSpPr>
      <dsp:spPr>
        <a:xfrm>
          <a:off x="3799932" y="1514042"/>
          <a:ext cx="1615781" cy="4317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US" sz="1400" b="1" kern="1200">
              <a:latin typeface="Bahnschrift Light SemiCondensed" panose="020B0502040204020203" pitchFamily="34" charset="0"/>
            </a:rPr>
            <a:t>Improve Customer Feedback Scores:</a:t>
          </a:r>
          <a:endParaRPr lang="en-US" sz="1400" kern="1200">
            <a:latin typeface="Bahnschrift Light SemiCondensed" panose="020B0502040204020203" pitchFamily="34" charset="0"/>
          </a:endParaRPr>
        </a:p>
      </dsp:txBody>
      <dsp:txXfrm>
        <a:off x="3799932" y="1514042"/>
        <a:ext cx="1615781" cy="431716"/>
      </dsp:txXfrm>
    </dsp:sp>
    <dsp:sp modelId="{FB30F3D0-A71E-43E5-A882-8D21C0250C92}">
      <dsp:nvSpPr>
        <dsp:cNvPr id="0" name=""/>
        <dsp:cNvSpPr/>
      </dsp:nvSpPr>
      <dsp:spPr>
        <a:xfrm>
          <a:off x="3799932" y="2004326"/>
          <a:ext cx="1615781" cy="17466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100000"/>
            </a:lnSpc>
            <a:spcBef>
              <a:spcPct val="0"/>
            </a:spcBef>
            <a:spcAft>
              <a:spcPct val="35000"/>
            </a:spcAft>
            <a:buNone/>
          </a:pPr>
          <a:r>
            <a:rPr lang="en-US" sz="1100" b="1" kern="1200">
              <a:latin typeface="Bahnschrift Light SemiCondensed" panose="020B0502040204020203" pitchFamily="34" charset="0"/>
            </a:rPr>
            <a:t>Goal:</a:t>
          </a:r>
          <a:r>
            <a:rPr lang="en-US" sz="1100" kern="1200">
              <a:latin typeface="Bahnschrift Light SemiCondensed" panose="020B0502040204020203" pitchFamily="34" charset="0"/>
            </a:rPr>
            <a:t> Understand common themes in customer reviews and provide actionable insights.</a:t>
          </a:r>
        </a:p>
        <a:p>
          <a:pPr marL="0" lvl="0" indent="0" algn="l" defTabSz="488950">
            <a:lnSpc>
              <a:spcPct val="100000"/>
            </a:lnSpc>
            <a:spcBef>
              <a:spcPct val="0"/>
            </a:spcBef>
            <a:spcAft>
              <a:spcPct val="35000"/>
            </a:spcAft>
            <a:buNone/>
          </a:pPr>
          <a:r>
            <a:rPr lang="en-US" sz="1100" b="1" kern="1200">
              <a:latin typeface="Bahnschrift Light SemiCondensed" panose="020B0502040204020203" pitchFamily="34" charset="0"/>
            </a:rPr>
            <a:t>Insight:</a:t>
          </a:r>
          <a:r>
            <a:rPr lang="en-US" sz="1100" kern="1200">
              <a:latin typeface="Bahnschrift Light SemiCondensed" panose="020B0502040204020203" pitchFamily="34" charset="0"/>
            </a:rPr>
            <a:t> Identify recurring positive and negative feedback to guide product and service improvements.</a:t>
          </a:r>
        </a:p>
      </dsp:txBody>
      <dsp:txXfrm>
        <a:off x="3799932" y="2004326"/>
        <a:ext cx="1615781" cy="1746661"/>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9/19/2025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893343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9/19/2025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4531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9/19/2025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1873356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smtClean="0"/>
              <a:t>9/19/2025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7656154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smtClean="0"/>
              <a:t>9/19/2025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0848944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smtClean="0"/>
              <a:t>9/19/2025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278653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smtClean="0"/>
              <a:t>9/19/2025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0336955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9/19/2025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4732043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9/19/2025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719532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9/19/2025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539635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9/19/2025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630334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9/19/2025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23969142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9/19/2025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816840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9/19/2025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8825880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9/19/2025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5163262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9/19/2025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502519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C764DE79-268F-4C1A-8933-263129D2AF90}" type="datetimeFigureOut">
              <a:rPr lang="en-US" smtClean="0"/>
              <a:t>9/19/2025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48F63A3B-78C7-47BE-AE5E-E10140E04643}" type="slidenum">
              <a:rPr lang="en-US" smtClean="0"/>
              <a:t>‹#›</a:t>
            </a:fld>
            <a:endParaRPr lang="en-US" dirty="0"/>
          </a:p>
        </p:txBody>
      </p:sp>
    </p:spTree>
    <p:extLst>
      <p:ext uri="{BB962C8B-B14F-4D97-AF65-F5344CB8AC3E}">
        <p14:creationId xmlns:p14="http://schemas.microsoft.com/office/powerpoint/2010/main" val="3699709049"/>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 id="2147483677" r:id="rId15"/>
    <p:sldLayoutId id="2147483678"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8" name="Picture 27" descr="One luminous opened box among closed white square boxes">
            <a:extLst>
              <a:ext uri="{FF2B5EF4-FFF2-40B4-BE49-F238E27FC236}">
                <a16:creationId xmlns:a16="http://schemas.microsoft.com/office/drawing/2014/main" id="{4E062284-DDCC-177F-C876-C25B623C2E50}"/>
              </a:ext>
            </a:extLst>
          </p:cNvPr>
          <p:cNvPicPr>
            <a:picLocks noChangeAspect="1"/>
          </p:cNvPicPr>
          <p:nvPr/>
        </p:nvPicPr>
        <p:blipFill>
          <a:blip r:embed="rId2"/>
          <a:srcRect l="4222" t="9091" r="17016"/>
          <a:stretch/>
        </p:blipFill>
        <p:spPr>
          <a:xfrm>
            <a:off x="4269854" y="-1"/>
            <a:ext cx="7922146" cy="6858001"/>
          </a:xfrm>
          <a:custGeom>
            <a:avLst/>
            <a:gdLst/>
            <a:ahLst/>
            <a:cxnLst/>
            <a:rect l="l" t="t" r="r" b="b"/>
            <a:pathLst>
              <a:path w="7922146" h="6858001">
                <a:moveTo>
                  <a:pt x="379987" y="0"/>
                </a:moveTo>
                <a:lnTo>
                  <a:pt x="5304971" y="0"/>
                </a:lnTo>
                <a:lnTo>
                  <a:pt x="7065281" y="0"/>
                </a:lnTo>
                <a:lnTo>
                  <a:pt x="7397540" y="0"/>
                </a:lnTo>
                <a:lnTo>
                  <a:pt x="7397540" y="1"/>
                </a:lnTo>
                <a:lnTo>
                  <a:pt x="7922146" y="1"/>
                </a:lnTo>
                <a:lnTo>
                  <a:pt x="7922146" y="6858001"/>
                </a:lnTo>
                <a:lnTo>
                  <a:pt x="7065281" y="6858001"/>
                </a:lnTo>
                <a:lnTo>
                  <a:pt x="7065281" y="6858000"/>
                </a:lnTo>
                <a:lnTo>
                  <a:pt x="5932989" y="6858000"/>
                </a:lnTo>
                <a:lnTo>
                  <a:pt x="5932989" y="6858001"/>
                </a:lnTo>
                <a:lnTo>
                  <a:pt x="27809" y="6858001"/>
                </a:lnTo>
                <a:lnTo>
                  <a:pt x="1803228" y="4521201"/>
                </a:lnTo>
                <a:close/>
                <a:moveTo>
                  <a:pt x="0" y="0"/>
                </a:moveTo>
                <a:lnTo>
                  <a:pt x="379987" y="0"/>
                </a:lnTo>
                <a:lnTo>
                  <a:pt x="0" y="407"/>
                </a:lnTo>
                <a:close/>
              </a:path>
            </a:pathLst>
          </a:custGeom>
        </p:spPr>
      </p:pic>
      <p:sp>
        <p:nvSpPr>
          <p:cNvPr id="2" name="Title 1">
            <a:extLst>
              <a:ext uri="{FF2B5EF4-FFF2-40B4-BE49-F238E27FC236}">
                <a16:creationId xmlns:a16="http://schemas.microsoft.com/office/drawing/2014/main" id="{A193D5CC-2FCA-6593-9BCE-672700C84C63}"/>
              </a:ext>
            </a:extLst>
          </p:cNvPr>
          <p:cNvSpPr>
            <a:spLocks noGrp="1"/>
          </p:cNvSpPr>
          <p:nvPr>
            <p:ph type="ctrTitle"/>
          </p:nvPr>
        </p:nvSpPr>
        <p:spPr>
          <a:xfrm>
            <a:off x="668867" y="1678666"/>
            <a:ext cx="4088190" cy="2369093"/>
          </a:xfrm>
        </p:spPr>
        <p:txBody>
          <a:bodyPr>
            <a:normAutofit/>
          </a:bodyPr>
          <a:lstStyle/>
          <a:p>
            <a:r>
              <a:rPr lang="en-US" sz="4800" i="1"/>
              <a:t>Insights</a:t>
            </a:r>
            <a:endParaRPr lang="nb-NO" sz="4800" i="1"/>
          </a:p>
        </p:txBody>
      </p:sp>
      <p:sp>
        <p:nvSpPr>
          <p:cNvPr id="3" name="Subtitle 2">
            <a:extLst>
              <a:ext uri="{FF2B5EF4-FFF2-40B4-BE49-F238E27FC236}">
                <a16:creationId xmlns:a16="http://schemas.microsoft.com/office/drawing/2014/main" id="{F3978D01-91D1-9F24-CCFC-EB29E23342F8}"/>
              </a:ext>
            </a:extLst>
          </p:cNvPr>
          <p:cNvSpPr>
            <a:spLocks noGrp="1"/>
          </p:cNvSpPr>
          <p:nvPr>
            <p:ph type="subTitle" idx="1"/>
          </p:nvPr>
        </p:nvSpPr>
        <p:spPr>
          <a:xfrm>
            <a:off x="677335" y="4050831"/>
            <a:ext cx="4079721" cy="1096901"/>
          </a:xfrm>
        </p:spPr>
        <p:txBody>
          <a:bodyPr>
            <a:normAutofit/>
          </a:bodyPr>
          <a:lstStyle/>
          <a:p>
            <a:r>
              <a:rPr lang="nb-NO" sz="1600"/>
              <a:t>Ritu Permani</a:t>
            </a:r>
            <a:endParaRPr lang="nb-NO" sz="1600" dirty="0"/>
          </a:p>
        </p:txBody>
      </p:sp>
      <p:cxnSp>
        <p:nvCxnSpPr>
          <p:cNvPr id="55" name="Straight Connector 54">
            <a:extLst>
              <a:ext uri="{FF2B5EF4-FFF2-40B4-BE49-F238E27FC236}">
                <a16:creationId xmlns:a16="http://schemas.microsoft.com/office/drawing/2014/main" id="{A57C1A16-B8AB-4D99-A195-A38F556A648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F8A9B20B-D1DD-4573-B5EC-55802951923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57" name="Rectangle 23">
            <a:extLst>
              <a:ext uri="{FF2B5EF4-FFF2-40B4-BE49-F238E27FC236}">
                <a16:creationId xmlns:a16="http://schemas.microsoft.com/office/drawing/2014/main" id="{66D61E08-70C3-48D8-BEA0-787111DC30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8" name="Rectangle 25">
            <a:extLst>
              <a:ext uri="{FF2B5EF4-FFF2-40B4-BE49-F238E27FC236}">
                <a16:creationId xmlns:a16="http://schemas.microsoft.com/office/drawing/2014/main" id="{FC55298F-0AE5-478E-AD2B-03C2614C58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9" name="Isosceles Triangle 24">
            <a:extLst>
              <a:ext uri="{FF2B5EF4-FFF2-40B4-BE49-F238E27FC236}">
                <a16:creationId xmlns:a16="http://schemas.microsoft.com/office/drawing/2014/main" id="{C180E4EA-0B63-4779-A895-7E90E71088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0" name="Rectangle 27">
            <a:extLst>
              <a:ext uri="{FF2B5EF4-FFF2-40B4-BE49-F238E27FC236}">
                <a16:creationId xmlns:a16="http://schemas.microsoft.com/office/drawing/2014/main" id="{CEE01D9D-3DE8-4EED-B0D3-8F3C79CC76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1" name="Rectangle 28">
            <a:extLst>
              <a:ext uri="{FF2B5EF4-FFF2-40B4-BE49-F238E27FC236}">
                <a16:creationId xmlns:a16="http://schemas.microsoft.com/office/drawing/2014/main" id="{89AF5CE9-607F-43F4-8983-DCD6DA4051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2" name="Rectangle 29">
            <a:extLst>
              <a:ext uri="{FF2B5EF4-FFF2-40B4-BE49-F238E27FC236}">
                <a16:creationId xmlns:a16="http://schemas.microsoft.com/office/drawing/2014/main" id="{6EEA2DBD-9E1E-4521-8C01-F32AD18A89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3" name="Isosceles Triangle 29">
            <a:extLst>
              <a:ext uri="{FF2B5EF4-FFF2-40B4-BE49-F238E27FC236}">
                <a16:creationId xmlns:a16="http://schemas.microsoft.com/office/drawing/2014/main" id="{15BBD2C1-BA9B-46A9-A27A-33498B1692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542270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1000"/>
                                  </p:stCondLst>
                                  <p:iterate type="wd">
                                    <p:tmPct val="15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1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4306C0-546A-60F1-F05E-BED638FBB9EB}"/>
              </a:ext>
            </a:extLst>
          </p:cNvPr>
          <p:cNvSpPr>
            <a:spLocks noGrp="1"/>
          </p:cNvSpPr>
          <p:nvPr>
            <p:ph type="title"/>
          </p:nvPr>
        </p:nvSpPr>
        <p:spPr>
          <a:xfrm>
            <a:off x="333972" y="387905"/>
            <a:ext cx="8596668" cy="741680"/>
          </a:xfrm>
        </p:spPr>
        <p:txBody>
          <a:bodyPr/>
          <a:lstStyle/>
          <a:p>
            <a:r>
              <a:rPr lang="nb-NO" dirty="0"/>
              <a:t>Overview</a:t>
            </a:r>
          </a:p>
        </p:txBody>
      </p:sp>
      <p:sp>
        <p:nvSpPr>
          <p:cNvPr id="6" name="Content Placeholder 5">
            <a:extLst>
              <a:ext uri="{FF2B5EF4-FFF2-40B4-BE49-F238E27FC236}">
                <a16:creationId xmlns:a16="http://schemas.microsoft.com/office/drawing/2014/main" id="{63336F16-91A5-5CAF-84F3-64F6D6DE9D0D}"/>
              </a:ext>
            </a:extLst>
          </p:cNvPr>
          <p:cNvSpPr>
            <a:spLocks noGrp="1"/>
          </p:cNvSpPr>
          <p:nvPr>
            <p:ph sz="half" idx="1"/>
          </p:nvPr>
        </p:nvSpPr>
        <p:spPr>
          <a:xfrm>
            <a:off x="350521" y="1129585"/>
            <a:ext cx="3539844" cy="5291535"/>
          </a:xfrm>
        </p:spPr>
        <p:txBody>
          <a:bodyPr>
            <a:normAutofit fontScale="55000" lnSpcReduction="20000"/>
          </a:bodyPr>
          <a:lstStyle/>
          <a:p>
            <a:pPr>
              <a:lnSpc>
                <a:spcPct val="160000"/>
              </a:lnSpc>
            </a:pPr>
            <a:r>
              <a:rPr lang="en-US" sz="2000" b="1" dirty="0">
                <a:latin typeface="Bahnschrift Light SemiCondensed" panose="020B0502040204020203" pitchFamily="34" charset="0"/>
              </a:rPr>
              <a:t>Decreased Conversion Rates: </a:t>
            </a:r>
            <a:r>
              <a:rPr lang="en-US" sz="2000" dirty="0">
                <a:latin typeface="Bahnschrift Light SemiCondensed" panose="020B0502040204020203" pitchFamily="34" charset="0"/>
              </a:rPr>
              <a:t>The conversion rate demonstrated a strong rebound in December, reaching 10.2%, despite a notable dip to 5.0% in October.</a:t>
            </a:r>
          </a:p>
          <a:p>
            <a:pPr>
              <a:lnSpc>
                <a:spcPct val="160000"/>
              </a:lnSpc>
            </a:pPr>
            <a:r>
              <a:rPr lang="en-US" sz="2000" b="1" dirty="0">
                <a:latin typeface="Bahnschrift Light SemiCondensed" panose="020B0502040204020203" pitchFamily="34" charset="0"/>
              </a:rPr>
              <a:t>Reduced Customer Engagement:</a:t>
            </a:r>
          </a:p>
          <a:p>
            <a:pPr lvl="1">
              <a:lnSpc>
                <a:spcPct val="160000"/>
              </a:lnSpc>
            </a:pPr>
            <a:r>
              <a:rPr lang="en-US" sz="2000" dirty="0">
                <a:latin typeface="Bahnschrift Light SemiCondensed" panose="020B0502040204020203" pitchFamily="34" charset="0"/>
              </a:rPr>
              <a:t>There is a decline in overall social media engagement, with views dropping throughout the year.</a:t>
            </a:r>
          </a:p>
          <a:p>
            <a:pPr lvl="1">
              <a:lnSpc>
                <a:spcPct val="160000"/>
              </a:lnSpc>
            </a:pPr>
            <a:r>
              <a:rPr lang="en-US" sz="2000" dirty="0">
                <a:latin typeface="Bahnschrift Light SemiCondensed" panose="020B0502040204020203" pitchFamily="34" charset="0"/>
              </a:rPr>
              <a:t>While clicks and likes are low compared to views, the click-through rate stands at 15.37%, meaning that engaged users are still interacting effectively.</a:t>
            </a:r>
          </a:p>
          <a:p>
            <a:pPr>
              <a:lnSpc>
                <a:spcPct val="160000"/>
              </a:lnSpc>
            </a:pPr>
            <a:r>
              <a:rPr lang="en-US" sz="2000" b="1" dirty="0">
                <a:latin typeface="Bahnschrift Light SemiCondensed" panose="020B0502040204020203" pitchFamily="34" charset="0"/>
              </a:rPr>
              <a:t>Customer Feedback Analysis:</a:t>
            </a:r>
          </a:p>
          <a:p>
            <a:pPr lvl="1">
              <a:lnSpc>
                <a:spcPct val="160000"/>
              </a:lnSpc>
            </a:pPr>
            <a:r>
              <a:rPr lang="en-US" sz="2000" dirty="0">
                <a:latin typeface="Bahnschrift Light SemiCondensed" panose="020B0502040204020203" pitchFamily="34" charset="0"/>
              </a:rPr>
              <a:t>Customer ratings have remained consistent, averaging around 3.7 throughout the year.</a:t>
            </a:r>
          </a:p>
          <a:p>
            <a:pPr lvl="1">
              <a:lnSpc>
                <a:spcPct val="160000"/>
              </a:lnSpc>
            </a:pPr>
            <a:r>
              <a:rPr lang="en-US" sz="2000" dirty="0">
                <a:latin typeface="Bahnschrift Light SemiCondensed" panose="020B0502040204020203" pitchFamily="34" charset="0"/>
              </a:rPr>
              <a:t>Although stable, the average rating is below the target of 4.0, suggesting a need for focused improvements in customer satisfaction, for products below 3,5.</a:t>
            </a:r>
            <a:endParaRPr lang="nb-NO" sz="2000" dirty="0">
              <a:latin typeface="Bahnschrift Light SemiCondensed" panose="020B0502040204020203" pitchFamily="34" charset="0"/>
            </a:endParaRPr>
          </a:p>
        </p:txBody>
      </p:sp>
      <p:pic>
        <p:nvPicPr>
          <p:cNvPr id="3" name="Picture 2" descr="A screenshot of a computer">
            <a:extLst>
              <a:ext uri="{FF2B5EF4-FFF2-40B4-BE49-F238E27FC236}">
                <a16:creationId xmlns:a16="http://schemas.microsoft.com/office/drawing/2014/main" id="{0B777077-267E-AD04-7DF1-330D5C93B6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90365" y="1129586"/>
            <a:ext cx="8168791" cy="4598829"/>
          </a:xfrm>
          <a:prstGeom prst="rect">
            <a:avLst/>
          </a:prstGeom>
        </p:spPr>
      </p:pic>
      <p:sp>
        <p:nvSpPr>
          <p:cNvPr id="5" name="Oval 4">
            <a:extLst>
              <a:ext uri="{FF2B5EF4-FFF2-40B4-BE49-F238E27FC236}">
                <a16:creationId xmlns:a16="http://schemas.microsoft.com/office/drawing/2014/main" id="{DB459B85-8FF8-3F68-F083-4F22D9FF99A0}"/>
              </a:ext>
            </a:extLst>
          </p:cNvPr>
          <p:cNvSpPr/>
          <p:nvPr/>
        </p:nvSpPr>
        <p:spPr>
          <a:xfrm>
            <a:off x="7781720" y="1904086"/>
            <a:ext cx="1148920" cy="1054815"/>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cxnSp>
        <p:nvCxnSpPr>
          <p:cNvPr id="7" name="Straight Arrow Connector 6">
            <a:extLst>
              <a:ext uri="{FF2B5EF4-FFF2-40B4-BE49-F238E27FC236}">
                <a16:creationId xmlns:a16="http://schemas.microsoft.com/office/drawing/2014/main" id="{EB0B3192-656E-0734-EE42-F4DBBB67D9E3}"/>
              </a:ext>
            </a:extLst>
          </p:cNvPr>
          <p:cNvCxnSpPr>
            <a:cxnSpLocks/>
          </p:cNvCxnSpPr>
          <p:nvPr/>
        </p:nvCxnSpPr>
        <p:spPr>
          <a:xfrm>
            <a:off x="10237155" y="3083521"/>
            <a:ext cx="1388788" cy="345478"/>
          </a:xfrm>
          <a:prstGeom prst="straightConnector1">
            <a:avLst/>
          </a:prstGeom>
          <a:ln w="571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8" name="Rectangle 7">
            <a:extLst>
              <a:ext uri="{FF2B5EF4-FFF2-40B4-BE49-F238E27FC236}">
                <a16:creationId xmlns:a16="http://schemas.microsoft.com/office/drawing/2014/main" id="{622A03A8-9FE6-D649-8831-F488E4DEDF7E}"/>
              </a:ext>
            </a:extLst>
          </p:cNvPr>
          <p:cNvSpPr/>
          <p:nvPr/>
        </p:nvSpPr>
        <p:spPr>
          <a:xfrm>
            <a:off x="7445599" y="4583841"/>
            <a:ext cx="1485041" cy="85939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Tree>
    <p:extLst>
      <p:ext uri="{BB962C8B-B14F-4D97-AF65-F5344CB8AC3E}">
        <p14:creationId xmlns:p14="http://schemas.microsoft.com/office/powerpoint/2010/main" val="2515083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24B03-AA3A-063B-47A9-E6D9E66527A3}"/>
              </a:ext>
            </a:extLst>
          </p:cNvPr>
          <p:cNvSpPr>
            <a:spLocks noGrp="1"/>
          </p:cNvSpPr>
          <p:nvPr>
            <p:ph type="title"/>
          </p:nvPr>
        </p:nvSpPr>
        <p:spPr/>
        <p:txBody>
          <a:bodyPr/>
          <a:lstStyle/>
          <a:p>
            <a:r>
              <a:rPr lang="nb-NO" dirty="0" err="1"/>
              <a:t>Decreased</a:t>
            </a:r>
            <a:r>
              <a:rPr lang="nb-NO" dirty="0"/>
              <a:t> Conversion Rates</a:t>
            </a:r>
          </a:p>
        </p:txBody>
      </p:sp>
      <p:sp>
        <p:nvSpPr>
          <p:cNvPr id="3" name="Content Placeholder 2">
            <a:extLst>
              <a:ext uri="{FF2B5EF4-FFF2-40B4-BE49-F238E27FC236}">
                <a16:creationId xmlns:a16="http://schemas.microsoft.com/office/drawing/2014/main" id="{4F670CE0-1CA8-715A-00A3-F38DAB303988}"/>
              </a:ext>
            </a:extLst>
          </p:cNvPr>
          <p:cNvSpPr>
            <a:spLocks noGrp="1"/>
          </p:cNvSpPr>
          <p:nvPr>
            <p:ph sz="half" idx="1"/>
          </p:nvPr>
        </p:nvSpPr>
        <p:spPr>
          <a:xfrm>
            <a:off x="677334" y="1351280"/>
            <a:ext cx="4616026" cy="5506720"/>
          </a:xfrm>
        </p:spPr>
        <p:txBody>
          <a:bodyPr>
            <a:normAutofit fontScale="77500" lnSpcReduction="20000"/>
          </a:bodyPr>
          <a:lstStyle/>
          <a:p>
            <a:pPr>
              <a:lnSpc>
                <a:spcPct val="170000"/>
              </a:lnSpc>
            </a:pPr>
            <a:r>
              <a:rPr lang="en-US" b="1" dirty="0">
                <a:latin typeface="Bahnschrift Light SemiCondensed" panose="020B0502040204020203" pitchFamily="34" charset="0"/>
              </a:rPr>
              <a:t>General Conversion Trend:</a:t>
            </a:r>
          </a:p>
          <a:p>
            <a:pPr marL="457200" lvl="1" indent="0">
              <a:lnSpc>
                <a:spcPct val="170000"/>
              </a:lnSpc>
              <a:buNone/>
            </a:pPr>
            <a:r>
              <a:rPr lang="en-US" dirty="0">
                <a:latin typeface="Bahnschrift Light SemiCondensed" panose="020B0502040204020203" pitchFamily="34" charset="0"/>
              </a:rPr>
              <a:t>Throughout the year, conversion rates varied, with higher numbers of products converting successfully in months like February and July. This suggests that while some products had strong seasonal peaks, there is potential to improve conversions in lower-performing months through targeted interventions.</a:t>
            </a:r>
          </a:p>
          <a:p>
            <a:pPr>
              <a:lnSpc>
                <a:spcPct val="170000"/>
              </a:lnSpc>
            </a:pPr>
            <a:r>
              <a:rPr lang="en-US" b="1" dirty="0">
                <a:latin typeface="Bahnschrift Light SemiCondensed" panose="020B0502040204020203" pitchFamily="34" charset="0"/>
              </a:rPr>
              <a:t>Lowest Conversion Month:</a:t>
            </a:r>
          </a:p>
          <a:p>
            <a:pPr marL="457200" lvl="1" indent="0">
              <a:lnSpc>
                <a:spcPct val="170000"/>
              </a:lnSpc>
              <a:buNone/>
            </a:pPr>
            <a:r>
              <a:rPr lang="en-US" dirty="0">
                <a:latin typeface="Bahnschrift Light SemiCondensed" panose="020B0502040204020203" pitchFamily="34" charset="0"/>
              </a:rPr>
              <a:t>May experienced the lowest overall conversion rate at 4.3%, with no products standing out significantly in terms of conversion. This indicates a potential need to revisit marketing strategies or promotions during this period to boost performance.</a:t>
            </a:r>
          </a:p>
          <a:p>
            <a:pPr>
              <a:lnSpc>
                <a:spcPct val="170000"/>
              </a:lnSpc>
            </a:pPr>
            <a:r>
              <a:rPr lang="en-US" b="1" dirty="0">
                <a:latin typeface="Bahnschrift Light SemiCondensed" panose="020B0502040204020203" pitchFamily="34" charset="0"/>
              </a:rPr>
              <a:t>Highest Conversion Rates:</a:t>
            </a:r>
          </a:p>
          <a:p>
            <a:pPr marL="457200" lvl="1" indent="0">
              <a:lnSpc>
                <a:spcPct val="170000"/>
              </a:lnSpc>
              <a:buNone/>
            </a:pPr>
            <a:r>
              <a:rPr lang="en-US" dirty="0">
                <a:latin typeface="Bahnschrift Light SemiCondensed" panose="020B0502040204020203" pitchFamily="34" charset="0"/>
              </a:rPr>
              <a:t>January recorded the highest overall conversion rate at 18.5%, driven significantly by the Ski Boots with a remarkable 150% conversion. This indicates a strong start to the year, likely fueled by seasonal demand and effective marketing strategies.</a:t>
            </a:r>
          </a:p>
        </p:txBody>
      </p:sp>
      <p:pic>
        <p:nvPicPr>
          <p:cNvPr id="5" name="Picture 4">
            <a:extLst>
              <a:ext uri="{FF2B5EF4-FFF2-40B4-BE49-F238E27FC236}">
                <a16:creationId xmlns:a16="http://schemas.microsoft.com/office/drawing/2014/main" id="{4F98838A-1FD2-50E8-8F83-24016EC020AD}"/>
              </a:ext>
            </a:extLst>
          </p:cNvPr>
          <p:cNvPicPr>
            <a:picLocks noChangeAspect="1"/>
          </p:cNvPicPr>
          <p:nvPr/>
        </p:nvPicPr>
        <p:blipFill>
          <a:blip r:embed="rId2"/>
          <a:stretch>
            <a:fillRect/>
          </a:stretch>
        </p:blipFill>
        <p:spPr>
          <a:xfrm>
            <a:off x="5600801" y="2117450"/>
            <a:ext cx="6268325" cy="3943900"/>
          </a:xfrm>
          <a:prstGeom prst="rect">
            <a:avLst/>
          </a:prstGeom>
        </p:spPr>
      </p:pic>
      <p:sp>
        <p:nvSpPr>
          <p:cNvPr id="7" name="Rectangle 6">
            <a:extLst>
              <a:ext uri="{FF2B5EF4-FFF2-40B4-BE49-F238E27FC236}">
                <a16:creationId xmlns:a16="http://schemas.microsoft.com/office/drawing/2014/main" id="{9AE336E2-BFE9-301A-AFA2-2180EEC07102}"/>
              </a:ext>
            </a:extLst>
          </p:cNvPr>
          <p:cNvSpPr/>
          <p:nvPr/>
        </p:nvSpPr>
        <p:spPr>
          <a:xfrm>
            <a:off x="8217610" y="2147930"/>
            <a:ext cx="428549" cy="383631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8" name="Rectangle 7">
            <a:extLst>
              <a:ext uri="{FF2B5EF4-FFF2-40B4-BE49-F238E27FC236}">
                <a16:creationId xmlns:a16="http://schemas.microsoft.com/office/drawing/2014/main" id="{2F76FB0A-6CB5-47EB-50C2-6A2B95E1B209}"/>
              </a:ext>
            </a:extLst>
          </p:cNvPr>
          <p:cNvSpPr/>
          <p:nvPr/>
        </p:nvSpPr>
        <p:spPr>
          <a:xfrm>
            <a:off x="6777580" y="2130838"/>
            <a:ext cx="428549" cy="3853402"/>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Tree>
    <p:extLst>
      <p:ext uri="{BB962C8B-B14F-4D97-AF65-F5344CB8AC3E}">
        <p14:creationId xmlns:p14="http://schemas.microsoft.com/office/powerpoint/2010/main" val="12448949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70382EB-C3D1-E5C8-8594-AA60933B46A5}"/>
              </a:ext>
            </a:extLst>
          </p:cNvPr>
          <p:cNvPicPr>
            <a:picLocks noChangeAspect="1"/>
          </p:cNvPicPr>
          <p:nvPr/>
        </p:nvPicPr>
        <p:blipFill>
          <a:blip r:embed="rId2"/>
          <a:stretch>
            <a:fillRect/>
          </a:stretch>
        </p:blipFill>
        <p:spPr>
          <a:xfrm>
            <a:off x="6740384" y="1354692"/>
            <a:ext cx="4097262" cy="2600321"/>
          </a:xfrm>
          <a:prstGeom prst="rect">
            <a:avLst/>
          </a:prstGeom>
          <a:ln w="127000" cap="sq">
            <a:solidFill>
              <a:srgbClr val="000000"/>
            </a:solidFill>
            <a:miter lim="800000"/>
          </a:ln>
          <a:effectLst>
            <a:outerShdw blurRad="57150" dist="50800" dir="2700000" algn="tl" rotWithShape="0">
              <a:srgbClr val="000000">
                <a:alpha val="40000"/>
              </a:srgbClr>
            </a:outerShdw>
          </a:effectLst>
        </p:spPr>
      </p:pic>
      <p:sp>
        <p:nvSpPr>
          <p:cNvPr id="2" name="Title 1">
            <a:extLst>
              <a:ext uri="{FF2B5EF4-FFF2-40B4-BE49-F238E27FC236}">
                <a16:creationId xmlns:a16="http://schemas.microsoft.com/office/drawing/2014/main" id="{FF441323-4EC6-EDBF-8B2F-91031692055C}"/>
              </a:ext>
            </a:extLst>
          </p:cNvPr>
          <p:cNvSpPr>
            <a:spLocks noGrp="1"/>
          </p:cNvSpPr>
          <p:nvPr>
            <p:ph type="title"/>
          </p:nvPr>
        </p:nvSpPr>
        <p:spPr/>
        <p:txBody>
          <a:bodyPr/>
          <a:lstStyle/>
          <a:p>
            <a:r>
              <a:rPr lang="en-US" dirty="0"/>
              <a:t>Reduced Customer Engagement</a:t>
            </a:r>
            <a:endParaRPr lang="nb-NO" dirty="0"/>
          </a:p>
        </p:txBody>
      </p:sp>
      <p:sp>
        <p:nvSpPr>
          <p:cNvPr id="3" name="Content Placeholder 2">
            <a:extLst>
              <a:ext uri="{FF2B5EF4-FFF2-40B4-BE49-F238E27FC236}">
                <a16:creationId xmlns:a16="http://schemas.microsoft.com/office/drawing/2014/main" id="{864EEEC7-BFE3-E8A1-062C-F7A682CE01AD}"/>
              </a:ext>
            </a:extLst>
          </p:cNvPr>
          <p:cNvSpPr>
            <a:spLocks noGrp="1"/>
          </p:cNvSpPr>
          <p:nvPr>
            <p:ph sz="half" idx="1"/>
          </p:nvPr>
        </p:nvSpPr>
        <p:spPr>
          <a:xfrm>
            <a:off x="677334" y="1473200"/>
            <a:ext cx="4524586" cy="5120640"/>
          </a:xfrm>
        </p:spPr>
        <p:txBody>
          <a:bodyPr>
            <a:normAutofit fontScale="85000" lnSpcReduction="10000"/>
          </a:bodyPr>
          <a:lstStyle/>
          <a:p>
            <a:pPr>
              <a:lnSpc>
                <a:spcPct val="170000"/>
              </a:lnSpc>
            </a:pPr>
            <a:r>
              <a:rPr lang="en-US" b="1" dirty="0">
                <a:latin typeface="Bahnschrift Light SemiCondensed" panose="020B0502040204020203" pitchFamily="34" charset="0"/>
              </a:rPr>
              <a:t>Declining Views:</a:t>
            </a:r>
          </a:p>
          <a:p>
            <a:pPr lvl="1">
              <a:lnSpc>
                <a:spcPct val="170000"/>
              </a:lnSpc>
            </a:pPr>
            <a:r>
              <a:rPr lang="en-US" dirty="0">
                <a:latin typeface="Bahnschrift Light SemiCondensed" panose="020B0502040204020203" pitchFamily="34" charset="0"/>
              </a:rPr>
              <a:t>Views peaked in February and July but declined from August and on, indicating reduced audience engagement in the later half of the year.</a:t>
            </a:r>
          </a:p>
          <a:p>
            <a:pPr>
              <a:lnSpc>
                <a:spcPct val="170000"/>
              </a:lnSpc>
            </a:pPr>
            <a:r>
              <a:rPr lang="en-US" b="1" dirty="0">
                <a:latin typeface="Bahnschrift Light SemiCondensed" panose="020B0502040204020203" pitchFamily="34" charset="0"/>
              </a:rPr>
              <a:t>Low Interaction Rates:</a:t>
            </a:r>
          </a:p>
          <a:p>
            <a:pPr lvl="1">
              <a:lnSpc>
                <a:spcPct val="170000"/>
              </a:lnSpc>
            </a:pPr>
            <a:r>
              <a:rPr lang="en-US" dirty="0">
                <a:latin typeface="Bahnschrift Light SemiCondensed" panose="020B0502040204020203" pitchFamily="34" charset="0"/>
              </a:rPr>
              <a:t>Clicks and likes remained consistently low compared to views, suggesting the need for more engaging content or stronger calls to action.</a:t>
            </a:r>
          </a:p>
          <a:p>
            <a:pPr>
              <a:lnSpc>
                <a:spcPct val="170000"/>
              </a:lnSpc>
            </a:pPr>
            <a:r>
              <a:rPr lang="en-US" b="1" dirty="0">
                <a:latin typeface="Bahnschrift Light SemiCondensed" panose="020B0502040204020203" pitchFamily="34" charset="0"/>
              </a:rPr>
              <a:t>Content Type Performance:</a:t>
            </a:r>
          </a:p>
          <a:p>
            <a:pPr lvl="1">
              <a:lnSpc>
                <a:spcPct val="170000"/>
              </a:lnSpc>
            </a:pPr>
            <a:r>
              <a:rPr lang="en-US" dirty="0">
                <a:latin typeface="Bahnschrift Light SemiCondensed" panose="020B0502040204020203" pitchFamily="34" charset="0"/>
              </a:rPr>
              <a:t>Blog content drove the most views, especially in April and July, while social media and video content maintained steady but slightly lower engagement.</a:t>
            </a:r>
            <a:endParaRPr lang="nb-NO" dirty="0">
              <a:latin typeface="Bahnschrift Light SemiCondensed" panose="020B0502040204020203" pitchFamily="34" charset="0"/>
            </a:endParaRPr>
          </a:p>
        </p:txBody>
      </p:sp>
      <p:cxnSp>
        <p:nvCxnSpPr>
          <p:cNvPr id="9" name="Straight Arrow Connector 8">
            <a:extLst>
              <a:ext uri="{FF2B5EF4-FFF2-40B4-BE49-F238E27FC236}">
                <a16:creationId xmlns:a16="http://schemas.microsoft.com/office/drawing/2014/main" id="{1F4F75BE-DDC1-8FDE-9EA6-5BAC6391EC05}"/>
              </a:ext>
            </a:extLst>
          </p:cNvPr>
          <p:cNvCxnSpPr>
            <a:cxnSpLocks/>
          </p:cNvCxnSpPr>
          <p:nvPr/>
        </p:nvCxnSpPr>
        <p:spPr>
          <a:xfrm>
            <a:off x="9010877" y="1940560"/>
            <a:ext cx="1388788" cy="345478"/>
          </a:xfrm>
          <a:prstGeom prst="straightConnector1">
            <a:avLst/>
          </a:prstGeom>
          <a:ln w="571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pic>
        <p:nvPicPr>
          <p:cNvPr id="10" name="Picture 9">
            <a:extLst>
              <a:ext uri="{FF2B5EF4-FFF2-40B4-BE49-F238E27FC236}">
                <a16:creationId xmlns:a16="http://schemas.microsoft.com/office/drawing/2014/main" id="{EB9DEA13-5E91-E0F4-51AB-47F33DDCC8B3}"/>
              </a:ext>
            </a:extLst>
          </p:cNvPr>
          <p:cNvPicPr>
            <a:picLocks noChangeAspect="1"/>
          </p:cNvPicPr>
          <p:nvPr/>
        </p:nvPicPr>
        <p:blipFill>
          <a:blip r:embed="rId3"/>
          <a:stretch>
            <a:fillRect/>
          </a:stretch>
        </p:blipFill>
        <p:spPr>
          <a:xfrm>
            <a:off x="6740384" y="4033520"/>
            <a:ext cx="4097262" cy="2599786"/>
          </a:xfrm>
          <a:prstGeom prst="rect">
            <a:avLst/>
          </a:prstGeom>
          <a:ln w="127000" cap="sq">
            <a:solidFill>
              <a:srgbClr val="000000"/>
            </a:solidFill>
            <a:miter lim="800000"/>
          </a:ln>
          <a:effectLst>
            <a:outerShdw blurRad="57150" dist="50800" dir="2700000" algn="tl" rotWithShape="0">
              <a:srgbClr val="000000">
                <a:alpha val="40000"/>
              </a:srgbClr>
            </a:outerShdw>
          </a:effectLst>
        </p:spPr>
      </p:pic>
    </p:spTree>
    <p:extLst>
      <p:ext uri="{BB962C8B-B14F-4D97-AF65-F5344CB8AC3E}">
        <p14:creationId xmlns:p14="http://schemas.microsoft.com/office/powerpoint/2010/main" val="3330868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EED45-DF7A-8484-AA42-BF4F3443B7AD}"/>
              </a:ext>
            </a:extLst>
          </p:cNvPr>
          <p:cNvSpPr>
            <a:spLocks noGrp="1"/>
          </p:cNvSpPr>
          <p:nvPr>
            <p:ph type="title"/>
          </p:nvPr>
        </p:nvSpPr>
        <p:spPr/>
        <p:txBody>
          <a:bodyPr/>
          <a:lstStyle/>
          <a:p>
            <a:r>
              <a:rPr lang="nb-NO"/>
              <a:t>Customer Feedback Analysis</a:t>
            </a:r>
            <a:endParaRPr lang="nb-NO" dirty="0"/>
          </a:p>
        </p:txBody>
      </p:sp>
      <p:sp>
        <p:nvSpPr>
          <p:cNvPr id="3" name="Content Placeholder 2">
            <a:extLst>
              <a:ext uri="{FF2B5EF4-FFF2-40B4-BE49-F238E27FC236}">
                <a16:creationId xmlns:a16="http://schemas.microsoft.com/office/drawing/2014/main" id="{4071300D-C04A-F902-6B47-B80F46573FFC}"/>
              </a:ext>
            </a:extLst>
          </p:cNvPr>
          <p:cNvSpPr>
            <a:spLocks noGrp="1"/>
          </p:cNvSpPr>
          <p:nvPr>
            <p:ph sz="half" idx="1"/>
          </p:nvPr>
        </p:nvSpPr>
        <p:spPr>
          <a:xfrm>
            <a:off x="677334" y="1473200"/>
            <a:ext cx="5195146" cy="5120640"/>
          </a:xfrm>
        </p:spPr>
        <p:txBody>
          <a:bodyPr>
            <a:normAutofit fontScale="70000" lnSpcReduction="20000"/>
          </a:bodyPr>
          <a:lstStyle/>
          <a:p>
            <a:pPr>
              <a:lnSpc>
                <a:spcPct val="170000"/>
              </a:lnSpc>
            </a:pPr>
            <a:r>
              <a:rPr lang="en-US" b="1">
                <a:latin typeface="Bahnschrift Light SemiCondensed" panose="020B0502040204020203" pitchFamily="34" charset="0"/>
              </a:rPr>
              <a:t>Customer Ratings Distribution:</a:t>
            </a:r>
          </a:p>
          <a:p>
            <a:pPr lvl="1">
              <a:lnSpc>
                <a:spcPct val="170000"/>
              </a:lnSpc>
            </a:pPr>
            <a:r>
              <a:rPr lang="en-US">
                <a:latin typeface="Bahnschrift Light SemiCondensed" panose="020B0502040204020203" pitchFamily="34" charset="0"/>
              </a:rPr>
              <a:t>The majority of customer reviews are in the higher ratings, with 140 reviews at 4 stars and 135 reviews at 5 stars, indicating overall positive feedback. Lower ratings (1-2 stars) account for a smaller proportion, with 26 reviews at 1 star and 57 reviews at 2 stars.</a:t>
            </a:r>
          </a:p>
          <a:p>
            <a:pPr>
              <a:lnSpc>
                <a:spcPct val="170000"/>
              </a:lnSpc>
            </a:pPr>
            <a:r>
              <a:rPr lang="en-US" b="1">
                <a:latin typeface="Bahnschrift Light SemiCondensed" panose="020B0502040204020203" pitchFamily="34" charset="0"/>
              </a:rPr>
              <a:t>Sentiment Analysis:</a:t>
            </a:r>
          </a:p>
          <a:p>
            <a:pPr lvl="1">
              <a:lnSpc>
                <a:spcPct val="170000"/>
              </a:lnSpc>
            </a:pPr>
            <a:r>
              <a:rPr lang="en-US">
                <a:latin typeface="Bahnschrift Light SemiCondensed" panose="020B0502040204020203" pitchFamily="34" charset="0"/>
              </a:rPr>
              <a:t>Positive sentiment dominates with 275 reviews, reflecting a generally satisfied customer base. Negative sentiment is present in 82 reviews, with a smaller number of mixed and neutral sentiments, suggesting some areas for improvement but overall strong customer approval.</a:t>
            </a:r>
          </a:p>
          <a:p>
            <a:pPr>
              <a:lnSpc>
                <a:spcPct val="170000"/>
              </a:lnSpc>
            </a:pPr>
            <a:r>
              <a:rPr lang="en-US" b="1">
                <a:latin typeface="Bahnschrift Light SemiCondensed" panose="020B0502040204020203" pitchFamily="34" charset="0"/>
              </a:rPr>
              <a:t>Opportunity for Improvement:</a:t>
            </a:r>
          </a:p>
          <a:p>
            <a:pPr lvl="1">
              <a:lnSpc>
                <a:spcPct val="170000"/>
              </a:lnSpc>
            </a:pPr>
            <a:r>
              <a:rPr lang="en-US">
                <a:latin typeface="Bahnschrift Light SemiCondensed" panose="020B0502040204020203" pitchFamily="34" charset="0"/>
              </a:rPr>
              <a:t>The presence of mixed positive and mixed negative sentiments suggests that there are opportunities to convert those mixed experiences into more clearly positive ones, potentially boosting overall ratings. Addressing the specific concerns in mixed reviews could elevate customer satisfaction.</a:t>
            </a:r>
            <a:endParaRPr lang="nb-NO" dirty="0">
              <a:latin typeface="Bahnschrift Light SemiCondensed" panose="020B0502040204020203" pitchFamily="34" charset="0"/>
            </a:endParaRPr>
          </a:p>
        </p:txBody>
      </p:sp>
      <p:pic>
        <p:nvPicPr>
          <p:cNvPr id="5" name="Picture 4">
            <a:extLst>
              <a:ext uri="{FF2B5EF4-FFF2-40B4-BE49-F238E27FC236}">
                <a16:creationId xmlns:a16="http://schemas.microsoft.com/office/drawing/2014/main" id="{CC91DFF8-91BD-84AD-65B9-FDE5B2C1A345}"/>
              </a:ext>
            </a:extLst>
          </p:cNvPr>
          <p:cNvPicPr>
            <a:picLocks noChangeAspect="1"/>
          </p:cNvPicPr>
          <p:nvPr/>
        </p:nvPicPr>
        <p:blipFill>
          <a:blip r:embed="rId2"/>
          <a:stretch>
            <a:fillRect/>
          </a:stretch>
        </p:blipFill>
        <p:spPr>
          <a:xfrm>
            <a:off x="7011644" y="1270000"/>
            <a:ext cx="2696236" cy="2492319"/>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9" name="Picture 8">
            <a:extLst>
              <a:ext uri="{FF2B5EF4-FFF2-40B4-BE49-F238E27FC236}">
                <a16:creationId xmlns:a16="http://schemas.microsoft.com/office/drawing/2014/main" id="{D97BCFFE-EC53-DA3E-DD58-F8837996B3C5}"/>
              </a:ext>
            </a:extLst>
          </p:cNvPr>
          <p:cNvPicPr>
            <a:picLocks noChangeAspect="1"/>
          </p:cNvPicPr>
          <p:nvPr/>
        </p:nvPicPr>
        <p:blipFill>
          <a:blip r:embed="rId3"/>
          <a:stretch>
            <a:fillRect/>
          </a:stretch>
        </p:blipFill>
        <p:spPr>
          <a:xfrm>
            <a:off x="6945604" y="4044830"/>
            <a:ext cx="2828316" cy="239066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10083021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4B2955B2-3A26-0517-4E66-8ECFD31F5E64}"/>
              </a:ext>
            </a:extLst>
          </p:cNvPr>
          <p:cNvSpPr/>
          <p:nvPr/>
        </p:nvSpPr>
        <p:spPr>
          <a:xfrm>
            <a:off x="6002782" y="1085851"/>
            <a:ext cx="5489681" cy="5143816"/>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 name="Rectangle: Rounded Corners 2">
            <a:extLst>
              <a:ext uri="{FF2B5EF4-FFF2-40B4-BE49-F238E27FC236}">
                <a16:creationId xmlns:a16="http://schemas.microsoft.com/office/drawing/2014/main" id="{C5BFAF3A-23BC-242C-E27E-90B19566CCCC}"/>
              </a:ext>
            </a:extLst>
          </p:cNvPr>
          <p:cNvSpPr/>
          <p:nvPr/>
        </p:nvSpPr>
        <p:spPr>
          <a:xfrm>
            <a:off x="345440" y="1085851"/>
            <a:ext cx="5489681" cy="5143816"/>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891BB6A6-744C-74B5-068C-31DF311F2E42}"/>
              </a:ext>
            </a:extLst>
          </p:cNvPr>
          <p:cNvSpPr>
            <a:spLocks noGrp="1"/>
          </p:cNvSpPr>
          <p:nvPr>
            <p:ph type="title"/>
          </p:nvPr>
        </p:nvSpPr>
        <p:spPr>
          <a:xfrm>
            <a:off x="677334" y="261305"/>
            <a:ext cx="8596668" cy="762000"/>
          </a:xfrm>
        </p:spPr>
        <p:txBody>
          <a:bodyPr/>
          <a:lstStyle/>
          <a:p>
            <a:r>
              <a:rPr lang="nb-NO" dirty="0"/>
              <a:t>Goals &amp; Action</a:t>
            </a:r>
          </a:p>
        </p:txBody>
      </p:sp>
      <p:sp>
        <p:nvSpPr>
          <p:cNvPr id="7" name="Text Placeholder 6">
            <a:extLst>
              <a:ext uri="{FF2B5EF4-FFF2-40B4-BE49-F238E27FC236}">
                <a16:creationId xmlns:a16="http://schemas.microsoft.com/office/drawing/2014/main" id="{6DB5C43B-E784-C9BD-AFBF-26FC1D8FD751}"/>
              </a:ext>
            </a:extLst>
          </p:cNvPr>
          <p:cNvSpPr>
            <a:spLocks noGrp="1"/>
          </p:cNvSpPr>
          <p:nvPr>
            <p:ph type="body" idx="1"/>
          </p:nvPr>
        </p:nvSpPr>
        <p:spPr>
          <a:xfrm>
            <a:off x="585894" y="1168243"/>
            <a:ext cx="4185623" cy="576262"/>
          </a:xfrm>
        </p:spPr>
        <p:txBody>
          <a:bodyPr/>
          <a:lstStyle/>
          <a:p>
            <a:r>
              <a:rPr lang="en-US" dirty="0"/>
              <a:t>Goals</a:t>
            </a:r>
            <a:endParaRPr lang="nb-NO" dirty="0"/>
          </a:p>
        </p:txBody>
      </p:sp>
      <p:graphicFrame>
        <p:nvGraphicFramePr>
          <p:cNvPr id="12" name="Content Placeholder 4">
            <a:extLst>
              <a:ext uri="{FF2B5EF4-FFF2-40B4-BE49-F238E27FC236}">
                <a16:creationId xmlns:a16="http://schemas.microsoft.com/office/drawing/2014/main" id="{229316E9-3DE9-8DA9-DA81-127E695EEA2F}"/>
              </a:ext>
            </a:extLst>
          </p:cNvPr>
          <p:cNvGraphicFramePr>
            <a:graphicFrameLocks noGrp="1"/>
          </p:cNvGraphicFramePr>
          <p:nvPr>
            <p:ph sz="half" idx="2"/>
            <p:extLst>
              <p:ext uri="{D42A27DB-BD31-4B8C-83A1-F6EECF244321}">
                <p14:modId xmlns:p14="http://schemas.microsoft.com/office/powerpoint/2010/main" val="3185335216"/>
              </p:ext>
            </p:extLst>
          </p:nvPr>
        </p:nvGraphicFramePr>
        <p:xfrm>
          <a:off x="416560" y="1837374"/>
          <a:ext cx="5418561" cy="457358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Text Placeholder 7">
            <a:extLst>
              <a:ext uri="{FF2B5EF4-FFF2-40B4-BE49-F238E27FC236}">
                <a16:creationId xmlns:a16="http://schemas.microsoft.com/office/drawing/2014/main" id="{D493FBA5-1FCE-4950-5EC5-479C0DE4BFE7}"/>
              </a:ext>
            </a:extLst>
          </p:cNvPr>
          <p:cNvSpPr>
            <a:spLocks noGrp="1"/>
          </p:cNvSpPr>
          <p:nvPr>
            <p:ph type="body" sz="quarter" idx="3"/>
          </p:nvPr>
        </p:nvSpPr>
        <p:spPr>
          <a:xfrm>
            <a:off x="6246622" y="1207693"/>
            <a:ext cx="4185618" cy="576262"/>
          </a:xfrm>
        </p:spPr>
        <p:txBody>
          <a:bodyPr/>
          <a:lstStyle/>
          <a:p>
            <a:r>
              <a:rPr lang="en-US" dirty="0"/>
              <a:t>Actions</a:t>
            </a:r>
            <a:endParaRPr lang="nb-NO" dirty="0"/>
          </a:p>
        </p:txBody>
      </p:sp>
      <p:sp>
        <p:nvSpPr>
          <p:cNvPr id="9" name="Content Placeholder 8">
            <a:extLst>
              <a:ext uri="{FF2B5EF4-FFF2-40B4-BE49-F238E27FC236}">
                <a16:creationId xmlns:a16="http://schemas.microsoft.com/office/drawing/2014/main" id="{8BB130CF-2DD1-4F93-32BF-851910EF2C22}"/>
              </a:ext>
            </a:extLst>
          </p:cNvPr>
          <p:cNvSpPr>
            <a:spLocks noGrp="1"/>
          </p:cNvSpPr>
          <p:nvPr>
            <p:ph sz="quarter" idx="4"/>
          </p:nvPr>
        </p:nvSpPr>
        <p:spPr>
          <a:xfrm>
            <a:off x="6002782" y="1783955"/>
            <a:ext cx="5418561" cy="4680424"/>
          </a:xfrm>
        </p:spPr>
        <p:txBody>
          <a:bodyPr>
            <a:noAutofit/>
          </a:bodyPr>
          <a:lstStyle/>
          <a:p>
            <a:pPr>
              <a:lnSpc>
                <a:spcPct val="120000"/>
              </a:lnSpc>
            </a:pPr>
            <a:r>
              <a:rPr lang="nb-NO" sz="1100" b="1" dirty="0" err="1">
                <a:latin typeface="Bahnschrift Light SemiCondensed" panose="020B0502040204020203" pitchFamily="34" charset="0"/>
              </a:rPr>
              <a:t>Increase</a:t>
            </a:r>
            <a:r>
              <a:rPr lang="nb-NO" sz="1100" b="1" dirty="0">
                <a:latin typeface="Bahnschrift Light SemiCondensed" panose="020B0502040204020203" pitchFamily="34" charset="0"/>
              </a:rPr>
              <a:t> Conversion Rates:</a:t>
            </a:r>
          </a:p>
          <a:p>
            <a:pPr lvl="1">
              <a:lnSpc>
                <a:spcPct val="120000"/>
              </a:lnSpc>
            </a:pPr>
            <a:r>
              <a:rPr lang="en-US" sz="1100" u="sng" dirty="0">
                <a:latin typeface="Bahnschrift Light SemiCondensed" panose="020B0502040204020203" pitchFamily="34" charset="0"/>
              </a:rPr>
              <a:t>Target High-Performing Product Categories</a:t>
            </a:r>
            <a:r>
              <a:rPr lang="en-US" sz="1100" dirty="0">
                <a:latin typeface="Bahnschrift Light SemiCondensed" panose="020B0502040204020203" pitchFamily="34" charset="0"/>
              </a:rPr>
              <a:t>: Focus marketing efforts on products with demonstrated high conversion rates, such as Kayaks, Ski Boots, and Baseball Gloves. Implement seasonal promotions or personalized campaigns during peak months (e.g., January and September) to capitalize on these trends.</a:t>
            </a:r>
            <a:endParaRPr lang="nb-NO" sz="1100" dirty="0">
              <a:latin typeface="Bahnschrift Light SemiCondensed" panose="020B0502040204020203" pitchFamily="34" charset="0"/>
            </a:endParaRPr>
          </a:p>
          <a:p>
            <a:pPr>
              <a:lnSpc>
                <a:spcPct val="120000"/>
              </a:lnSpc>
            </a:pPr>
            <a:r>
              <a:rPr lang="nb-NO" sz="1100" b="1" dirty="0" err="1">
                <a:latin typeface="Bahnschrift Light SemiCondensed" panose="020B0502040204020203" pitchFamily="34" charset="0"/>
              </a:rPr>
              <a:t>Enhance</a:t>
            </a:r>
            <a:r>
              <a:rPr lang="nb-NO" sz="1100" b="1" dirty="0">
                <a:latin typeface="Bahnschrift Light SemiCondensed" panose="020B0502040204020203" pitchFamily="34" charset="0"/>
              </a:rPr>
              <a:t> </a:t>
            </a:r>
            <a:r>
              <a:rPr lang="nb-NO" sz="1100" b="1" dirty="0" err="1">
                <a:latin typeface="Bahnschrift Light SemiCondensed" panose="020B0502040204020203" pitchFamily="34" charset="0"/>
              </a:rPr>
              <a:t>Customer</a:t>
            </a:r>
            <a:r>
              <a:rPr lang="nb-NO" sz="1100" b="1" dirty="0">
                <a:latin typeface="Bahnschrift Light SemiCondensed" panose="020B0502040204020203" pitchFamily="34" charset="0"/>
              </a:rPr>
              <a:t> </a:t>
            </a:r>
            <a:r>
              <a:rPr lang="nb-NO" sz="1100" b="1" dirty="0" err="1">
                <a:latin typeface="Bahnschrift Light SemiCondensed" panose="020B0502040204020203" pitchFamily="34" charset="0"/>
              </a:rPr>
              <a:t>Engagement</a:t>
            </a:r>
            <a:r>
              <a:rPr lang="nb-NO" sz="1100" b="1" dirty="0">
                <a:latin typeface="Bahnschrift Light SemiCondensed" panose="020B0502040204020203" pitchFamily="34" charset="0"/>
              </a:rPr>
              <a:t>:</a:t>
            </a:r>
          </a:p>
          <a:p>
            <a:pPr lvl="1">
              <a:lnSpc>
                <a:spcPct val="120000"/>
              </a:lnSpc>
            </a:pPr>
            <a:r>
              <a:rPr lang="en-US" sz="1100" u="sng" dirty="0">
                <a:latin typeface="Bahnschrift Light SemiCondensed" panose="020B0502040204020203" pitchFamily="34" charset="0"/>
              </a:rPr>
              <a:t>Revitalize Content Strategy</a:t>
            </a:r>
            <a:r>
              <a:rPr lang="en-US" sz="1100" dirty="0">
                <a:latin typeface="Bahnschrift Light SemiCondensed" panose="020B0502040204020203" pitchFamily="34" charset="0"/>
              </a:rPr>
              <a:t>: To turn around declining views and low interaction rates, experiment with more engaging content formats, such as interactive videos or user-generated content. Additionally, boost engagement by optimizing call-to-action placement in social media and blog content, particularly during historically lower-engagement months (September-December).</a:t>
            </a:r>
            <a:endParaRPr lang="nb-NO" sz="1100" dirty="0">
              <a:latin typeface="Bahnschrift Light SemiCondensed" panose="020B0502040204020203" pitchFamily="34" charset="0"/>
            </a:endParaRPr>
          </a:p>
          <a:p>
            <a:pPr>
              <a:lnSpc>
                <a:spcPct val="120000"/>
              </a:lnSpc>
            </a:pPr>
            <a:r>
              <a:rPr lang="nb-NO" sz="1100" b="1" dirty="0" err="1">
                <a:latin typeface="Bahnschrift Light SemiCondensed" panose="020B0502040204020203" pitchFamily="34" charset="0"/>
              </a:rPr>
              <a:t>Improve</a:t>
            </a:r>
            <a:r>
              <a:rPr lang="nb-NO" sz="1100" b="1" dirty="0">
                <a:latin typeface="Bahnschrift Light SemiCondensed" panose="020B0502040204020203" pitchFamily="34" charset="0"/>
              </a:rPr>
              <a:t> </a:t>
            </a:r>
            <a:r>
              <a:rPr lang="nb-NO" sz="1100" b="1" dirty="0" err="1">
                <a:latin typeface="Bahnschrift Light SemiCondensed" panose="020B0502040204020203" pitchFamily="34" charset="0"/>
              </a:rPr>
              <a:t>Customer</a:t>
            </a:r>
            <a:r>
              <a:rPr lang="nb-NO" sz="1100" b="1" dirty="0">
                <a:latin typeface="Bahnschrift Light SemiCondensed" panose="020B0502040204020203" pitchFamily="34" charset="0"/>
              </a:rPr>
              <a:t> Feedback Scores:</a:t>
            </a:r>
          </a:p>
          <a:p>
            <a:pPr lvl="1">
              <a:lnSpc>
                <a:spcPct val="120000"/>
              </a:lnSpc>
            </a:pPr>
            <a:r>
              <a:rPr lang="en-US" sz="1100" u="sng" dirty="0">
                <a:latin typeface="Bahnschrift Light SemiCondensed" panose="020B0502040204020203" pitchFamily="34" charset="0"/>
              </a:rPr>
              <a:t>Address Mixed and Negative Feedback: </a:t>
            </a:r>
            <a:r>
              <a:rPr lang="en-US" sz="1100" dirty="0">
                <a:latin typeface="Bahnschrift Light SemiCondensed" panose="020B0502040204020203" pitchFamily="34" charset="0"/>
              </a:rPr>
              <a:t>Implement a feedback loop where mixed and negative reviews are analyzed to identify common issues. Develop improvement plans to address these concerns. Consider following up with dissatisfied customers to resolve issues and encourage re-rating, aiming to move average ratings closer to the 4.0 target.</a:t>
            </a:r>
            <a:endParaRPr lang="nb-NO" sz="1100" dirty="0">
              <a:latin typeface="Bahnschrift Light SemiCondensed" panose="020B0502040204020203" pitchFamily="34" charset="0"/>
            </a:endParaRPr>
          </a:p>
        </p:txBody>
      </p:sp>
    </p:spTree>
    <p:extLst>
      <p:ext uri="{BB962C8B-B14F-4D97-AF65-F5344CB8AC3E}">
        <p14:creationId xmlns:p14="http://schemas.microsoft.com/office/powerpoint/2010/main" val="75864475"/>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TM02900688[[fn=Facet]]</Template>
  <TotalTime>152</TotalTime>
  <Words>784</Words>
  <Application>Microsoft Office PowerPoint</Application>
  <PresentationFormat>Widescreen</PresentationFormat>
  <Paragraphs>49</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Bahnschrift Light SemiCondensed</vt:lpstr>
      <vt:lpstr>Trebuchet MS</vt:lpstr>
      <vt:lpstr>Wingdings 3</vt:lpstr>
      <vt:lpstr>Facet</vt:lpstr>
      <vt:lpstr>Insights</vt:lpstr>
      <vt:lpstr>Overview</vt:lpstr>
      <vt:lpstr>Decreased Conversion Rates</vt:lpstr>
      <vt:lpstr>Reduced Customer Engagement</vt:lpstr>
      <vt:lpstr>Customer Feedback Analysis</vt:lpstr>
      <vt:lpstr>Goals &amp; Action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 Ahmad</dc:creator>
  <cp:lastModifiedBy>meher0208@outlook.com</cp:lastModifiedBy>
  <cp:revision>3</cp:revision>
  <dcterms:created xsi:type="dcterms:W3CDTF">2024-09-03T15:16:05Z</dcterms:created>
  <dcterms:modified xsi:type="dcterms:W3CDTF">2025-09-19T08:17:57Z</dcterms:modified>
</cp:coreProperties>
</file>